
<file path=[Content_Types].xml><?xml version="1.0" encoding="utf-8"?>
<Types xmlns="http://schemas.openxmlformats.org/package/2006/content-types">
  <Default Extension="fntdata" ContentType="application/x-fontdata"/>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59" r:id="rId1"/>
  </p:sldMasterIdLst>
  <p:notesMasterIdLst>
    <p:notesMasterId r:id="rId22"/>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6" r:id="rId21"/>
  </p:sldIdLst>
  <p:sldSz cx="9144000" cy="5143500" type="screen16x9"/>
  <p:notesSz cx="6858000" cy="9144000"/>
  <p:embeddedFontLst>
    <p:embeddedFont>
      <p:font typeface="Nunito" pitchFamily="2" charset="0"/>
      <p:regular r:id="rId23"/>
      <p:bold r:id="rId24"/>
      <p:italic r:id="rId25"/>
      <p:boldItalic r:id="rId26"/>
    </p:embeddedFont>
    <p:embeddedFont>
      <p:font typeface="Roboto" panose="02000000000000000000" pitchFamily="2" charset="0"/>
      <p:regular r:id="rId27"/>
      <p:bold r:id="rId28"/>
      <p:italic r:id="rId29"/>
      <p:boldItalic r:id="rId30"/>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p:scale>
          <a:sx n="120" d="100"/>
          <a:sy n="120" d="100"/>
        </p:scale>
        <p:origin x="370" y="43"/>
      </p:cViewPr>
      <p:guideLst>
        <p:guide orient="horz" pos="1620"/>
        <p:guide pos="288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font" Target="fonts/font4.fntdata"/><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font" Target="fonts/font3.fntdata"/><Relationship Id="rId33"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font" Target="fonts/font7.fntdata"/><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font" Target="fonts/font2.fntdata"/><Relationship Id="rId32"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font" Target="fonts/font1.fntdata"/><Relationship Id="rId28" Type="http://schemas.openxmlformats.org/officeDocument/2006/relationships/font" Target="fonts/font6.fntdata"/><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notesMaster" Target="notesMasters/notesMaster1.xml"/><Relationship Id="rId27" Type="http://schemas.openxmlformats.org/officeDocument/2006/relationships/font" Target="fonts/font5.fntdata"/><Relationship Id="rId30" Type="http://schemas.openxmlformats.org/officeDocument/2006/relationships/font" Target="fonts/font8.fntdata"/><Relationship Id="rId8" Type="http://schemas.openxmlformats.org/officeDocument/2006/relationships/slide" Target="slides/slide7.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381300" y="685800"/>
            <a:ext cx="609607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4"/>
        <p:cNvGrpSpPr/>
        <p:nvPr/>
      </p:nvGrpSpPr>
      <p:grpSpPr>
        <a:xfrm>
          <a:off x="0" y="0"/>
          <a:ext cx="0" cy="0"/>
          <a:chOff x="0" y="0"/>
          <a:chExt cx="0" cy="0"/>
        </a:xfrm>
      </p:grpSpPr>
      <p:sp>
        <p:nvSpPr>
          <p:cNvPr id="125" name="Google Shape;125;p: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26" name="Google Shape;126;p: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0"/>
        <p:cNvGrpSpPr/>
        <p:nvPr/>
      </p:nvGrpSpPr>
      <p:grpSpPr>
        <a:xfrm>
          <a:off x="0" y="0"/>
          <a:ext cx="0" cy="0"/>
          <a:chOff x="0" y="0"/>
          <a:chExt cx="0" cy="0"/>
        </a:xfrm>
      </p:grpSpPr>
      <p:sp>
        <p:nvSpPr>
          <p:cNvPr id="131" name="Google Shape;131;g320d6220f5a_0_206: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32" name="Google Shape;132;g320d6220f5a_0_20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6"/>
        <p:cNvGrpSpPr/>
        <p:nvPr/>
      </p:nvGrpSpPr>
      <p:grpSpPr>
        <a:xfrm>
          <a:off x="0" y="0"/>
          <a:ext cx="0" cy="0"/>
          <a:chOff x="0" y="0"/>
          <a:chExt cx="0" cy="0"/>
        </a:xfrm>
      </p:grpSpPr>
      <p:sp>
        <p:nvSpPr>
          <p:cNvPr id="137" name="Google Shape;137;g320d6220f5a_0_440: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38" name="Google Shape;138;g320d6220f5a_0_44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1"/>
        <p:cNvGrpSpPr/>
        <p:nvPr/>
      </p:nvGrpSpPr>
      <p:grpSpPr>
        <a:xfrm>
          <a:off x="0" y="0"/>
          <a:ext cx="0" cy="0"/>
          <a:chOff x="0" y="0"/>
          <a:chExt cx="0" cy="0"/>
        </a:xfrm>
      </p:grpSpPr>
      <p:sp>
        <p:nvSpPr>
          <p:cNvPr id="142" name="Google Shape;142;g320d6220f5a_0_1076: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43" name="Google Shape;143;g320d6220f5a_0_107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9"/>
        <p:cNvGrpSpPr/>
        <p:nvPr/>
      </p:nvGrpSpPr>
      <p:grpSpPr>
        <a:xfrm>
          <a:off x="0" y="0"/>
          <a:ext cx="0" cy="0"/>
          <a:chOff x="0" y="0"/>
          <a:chExt cx="0" cy="0"/>
        </a:xfrm>
      </p:grpSpPr>
      <p:sp>
        <p:nvSpPr>
          <p:cNvPr id="170" name="Google Shape;170;g320d6220f5a_0_211: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71" name="Google Shape;171;g320d6220f5a_0_21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5"/>
        <p:cNvGrpSpPr/>
        <p:nvPr/>
      </p:nvGrpSpPr>
      <p:grpSpPr>
        <a:xfrm>
          <a:off x="0" y="0"/>
          <a:ext cx="0" cy="0"/>
          <a:chOff x="0" y="0"/>
          <a:chExt cx="0" cy="0"/>
        </a:xfrm>
      </p:grpSpPr>
      <p:sp>
        <p:nvSpPr>
          <p:cNvPr id="176" name="Google Shape;176;g320d6220f5a_0_459: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77" name="Google Shape;177;g320d6220f5a_0_45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0"/>
        <p:cNvGrpSpPr/>
        <p:nvPr/>
      </p:nvGrpSpPr>
      <p:grpSpPr>
        <a:xfrm>
          <a:off x="0" y="0"/>
          <a:ext cx="0" cy="0"/>
          <a:chOff x="0" y="0"/>
          <a:chExt cx="0" cy="0"/>
        </a:xfrm>
      </p:grpSpPr>
      <p:sp>
        <p:nvSpPr>
          <p:cNvPr id="181" name="Google Shape;181;g320d6220f5a_0_451: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82" name="Google Shape;182;g320d6220f5a_0_45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7"/>
        <p:cNvGrpSpPr/>
        <p:nvPr/>
      </p:nvGrpSpPr>
      <p:grpSpPr>
        <a:xfrm>
          <a:off x="0" y="0"/>
          <a:ext cx="0" cy="0"/>
          <a:chOff x="0" y="0"/>
          <a:chExt cx="0" cy="0"/>
        </a:xfrm>
      </p:grpSpPr>
      <p:sp>
        <p:nvSpPr>
          <p:cNvPr id="188" name="Google Shape;188;g320d6220f5a_0_409: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89" name="Google Shape;189;g320d6220f5a_0_40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6"/>
        <p:cNvGrpSpPr/>
        <p:nvPr/>
      </p:nvGrpSpPr>
      <p:grpSpPr>
        <a:xfrm>
          <a:off x="0" y="0"/>
          <a:ext cx="0" cy="0"/>
          <a:chOff x="0" y="0"/>
          <a:chExt cx="0" cy="0"/>
        </a:xfrm>
      </p:grpSpPr>
      <p:sp>
        <p:nvSpPr>
          <p:cNvPr id="197" name="Google Shape;197;g320d6220f5a_0_465: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98" name="Google Shape;198;g320d6220f5a_0_46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4"/>
        <p:cNvGrpSpPr/>
        <p:nvPr/>
      </p:nvGrpSpPr>
      <p:grpSpPr>
        <a:xfrm>
          <a:off x="0" y="0"/>
          <a:ext cx="0" cy="0"/>
          <a:chOff x="0" y="0"/>
          <a:chExt cx="0" cy="0"/>
        </a:xfrm>
      </p:grpSpPr>
      <p:sp>
        <p:nvSpPr>
          <p:cNvPr id="205" name="Google Shape;205;g320d6220f5a_0_480: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06" name="Google Shape;206;g320d6220f5a_0_48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2"/>
        <p:cNvGrpSpPr/>
        <p:nvPr/>
      </p:nvGrpSpPr>
      <p:grpSpPr>
        <a:xfrm>
          <a:off x="0" y="0"/>
          <a:ext cx="0" cy="0"/>
          <a:chOff x="0" y="0"/>
          <a:chExt cx="0" cy="0"/>
        </a:xfrm>
      </p:grpSpPr>
      <p:sp>
        <p:nvSpPr>
          <p:cNvPr id="213" name="Google Shape;213;g320d6220f5a_0_491: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14" name="Google Shape;214;g320d6220f5a_0_49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20"/>
        <p:cNvGrpSpPr/>
        <p:nvPr/>
      </p:nvGrpSpPr>
      <p:grpSpPr>
        <a:xfrm>
          <a:off x="0" y="0"/>
          <a:ext cx="0" cy="0"/>
          <a:chOff x="0" y="0"/>
          <a:chExt cx="0" cy="0"/>
        </a:xfrm>
      </p:grpSpPr>
      <p:sp>
        <p:nvSpPr>
          <p:cNvPr id="221" name="Google Shape;221;g320d6220f5a_0_414: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22" name="Google Shape;222;g320d6220f5a_0_41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26"/>
        <p:cNvGrpSpPr/>
        <p:nvPr/>
      </p:nvGrpSpPr>
      <p:grpSpPr>
        <a:xfrm>
          <a:off x="0" y="0"/>
          <a:ext cx="0" cy="0"/>
          <a:chOff x="0" y="0"/>
          <a:chExt cx="0" cy="0"/>
        </a:xfrm>
      </p:grpSpPr>
      <p:sp>
        <p:nvSpPr>
          <p:cNvPr id="227" name="Google Shape;227;g320d6220f5a_0_419: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28" name="Google Shape;228;g320d6220f5a_0_41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2"/>
        <p:cNvGrpSpPr/>
        <p:nvPr/>
      </p:nvGrpSpPr>
      <p:grpSpPr>
        <a:xfrm>
          <a:off x="0" y="0"/>
          <a:ext cx="0" cy="0"/>
          <a:chOff x="0" y="0"/>
          <a:chExt cx="0" cy="0"/>
        </a:xfrm>
      </p:grpSpPr>
      <p:sp>
        <p:nvSpPr>
          <p:cNvPr id="233" name="Google Shape;233;g320d6220f5a_0_520: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34" name="Google Shape;234;g320d6220f5a_0_52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8"/>
        <p:cNvGrpSpPr/>
        <p:nvPr/>
      </p:nvGrpSpPr>
      <p:grpSpPr>
        <a:xfrm>
          <a:off x="0" y="0"/>
          <a:ext cx="0" cy="0"/>
          <a:chOff x="0" y="0"/>
          <a:chExt cx="0" cy="0"/>
        </a:xfrm>
      </p:grpSpPr>
      <p:sp>
        <p:nvSpPr>
          <p:cNvPr id="239" name="Google Shape;239;g320d6220f5a_0_424: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40" name="Google Shape;240;g320d6220f5a_0_42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44"/>
        <p:cNvGrpSpPr/>
        <p:nvPr/>
      </p:nvGrpSpPr>
      <p:grpSpPr>
        <a:xfrm>
          <a:off x="0" y="0"/>
          <a:ext cx="0" cy="0"/>
          <a:chOff x="0" y="0"/>
          <a:chExt cx="0" cy="0"/>
        </a:xfrm>
      </p:grpSpPr>
      <p:sp>
        <p:nvSpPr>
          <p:cNvPr id="245" name="Google Shape;245;g320d6220f5a_0_529: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46" name="Google Shape;246;g320d6220f5a_0_52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50"/>
        <p:cNvGrpSpPr/>
        <p:nvPr/>
      </p:nvGrpSpPr>
      <p:grpSpPr>
        <a:xfrm>
          <a:off x="0" y="0"/>
          <a:ext cx="0" cy="0"/>
          <a:chOff x="0" y="0"/>
          <a:chExt cx="0" cy="0"/>
        </a:xfrm>
      </p:grpSpPr>
      <p:sp>
        <p:nvSpPr>
          <p:cNvPr id="251" name="Google Shape;251;g320d6220f5a_0_1058: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52" name="Google Shape;252;g320d6220f5a_0_105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56"/>
        <p:cNvGrpSpPr/>
        <p:nvPr/>
      </p:nvGrpSpPr>
      <p:grpSpPr>
        <a:xfrm>
          <a:off x="0" y="0"/>
          <a:ext cx="0" cy="0"/>
          <a:chOff x="0" y="0"/>
          <a:chExt cx="0" cy="0"/>
        </a:xfrm>
      </p:grpSpPr>
      <p:sp>
        <p:nvSpPr>
          <p:cNvPr id="257" name="Google Shape;257;g320d6220f5a_0_1070: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58" name="Google Shape;258;g320d6220f5a_0_107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61"/>
        <p:cNvGrpSpPr/>
        <p:nvPr/>
      </p:nvGrpSpPr>
      <p:grpSpPr>
        <a:xfrm>
          <a:off x="0" y="0"/>
          <a:ext cx="0" cy="0"/>
          <a:chOff x="0" y="0"/>
          <a:chExt cx="0" cy="0"/>
        </a:xfrm>
      </p:grpSpPr>
      <p:sp>
        <p:nvSpPr>
          <p:cNvPr id="262" name="Google Shape;262;g320d6220f5a_0_42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63" name="Google Shape;263;g320d6220f5a_0_42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320d6220f5a_0_434: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320d6220f5a_0_43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bg>
      <p:bgPr>
        <a:solidFill>
          <a:schemeClr val="accent6"/>
        </a:solidFill>
        <a:effectLst/>
      </p:bgPr>
    </p:bg>
    <p:spTree>
      <p:nvGrpSpPr>
        <p:cNvPr id="1" name="Shape 9"/>
        <p:cNvGrpSpPr/>
        <p:nvPr/>
      </p:nvGrpSpPr>
      <p:grpSpPr>
        <a:xfrm>
          <a:off x="0" y="0"/>
          <a:ext cx="0" cy="0"/>
          <a:chOff x="0" y="0"/>
          <a:chExt cx="0" cy="0"/>
        </a:xfrm>
      </p:grpSpPr>
      <p:sp>
        <p:nvSpPr>
          <p:cNvPr id="10" name="Google Shape;10;p2"/>
          <p:cNvSpPr/>
          <p:nvPr/>
        </p:nvSpPr>
        <p:spPr>
          <a:xfrm>
            <a:off x="31" y="2824500"/>
            <a:ext cx="7370400" cy="2319000"/>
          </a:xfrm>
          <a:prstGeom prst="rtTriangle">
            <a:avLst/>
          </a:pr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 name="Google Shape;11;p2"/>
          <p:cNvSpPr/>
          <p:nvPr/>
        </p:nvSpPr>
        <p:spPr>
          <a:xfrm flipH="1">
            <a:off x="3582600" y="1550700"/>
            <a:ext cx="5561400" cy="3592800"/>
          </a:xfrm>
          <a:prstGeom prst="rtTriangle">
            <a:avLst/>
          </a:pr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 name="Google Shape;12;p2"/>
          <p:cNvSpPr/>
          <p:nvPr/>
        </p:nvSpPr>
        <p:spPr>
          <a:xfrm rot="10800000">
            <a:off x="5058905" y="0"/>
            <a:ext cx="4085100" cy="2052600"/>
          </a:xfrm>
          <a:prstGeom prst="rtTriangle">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 name="Google Shape;13;p2"/>
          <p:cNvSpPr/>
          <p:nvPr/>
        </p:nvSpPr>
        <p:spPr>
          <a:xfrm>
            <a:off x="203275" y="206250"/>
            <a:ext cx="8737500" cy="4731000"/>
          </a:xfrm>
          <a:prstGeom prst="rect">
            <a:avLst/>
          </a:prstGeom>
          <a:solidFill>
            <a:schemeClr val="dk1"/>
          </a:solidFill>
          <a:ln>
            <a:noFill/>
          </a:ln>
          <a:effectLst>
            <a:outerShdw blurRad="228600" sx="101000" sy="101000" algn="ctr" rotWithShape="0">
              <a:srgbClr val="000000">
                <a:alpha val="4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14" name="Google Shape;14;p2"/>
          <p:cNvGrpSpPr/>
          <p:nvPr/>
        </p:nvGrpSpPr>
        <p:grpSpPr>
          <a:xfrm>
            <a:off x="255200" y="592"/>
            <a:ext cx="2250363" cy="1044300"/>
            <a:chOff x="255200" y="592"/>
            <a:chExt cx="2250363" cy="1044300"/>
          </a:xfrm>
        </p:grpSpPr>
        <p:sp>
          <p:nvSpPr>
            <p:cNvPr id="15" name="Google Shape;15;p2"/>
            <p:cNvSpPr/>
            <p:nvPr/>
          </p:nvSpPr>
          <p:spPr>
            <a:xfrm>
              <a:off x="764063" y="592"/>
              <a:ext cx="1741500" cy="1044300"/>
            </a:xfrm>
            <a:prstGeom prst="parallelogram">
              <a:avLst>
                <a:gd name="adj" fmla="val 153193"/>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 name="Google Shape;16;p2"/>
            <p:cNvSpPr/>
            <p:nvPr/>
          </p:nvSpPr>
          <p:spPr>
            <a:xfrm>
              <a:off x="509632" y="592"/>
              <a:ext cx="1741500" cy="1044300"/>
            </a:xfrm>
            <a:prstGeom prst="parallelogram">
              <a:avLst>
                <a:gd name="adj" fmla="val 153193"/>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 name="Google Shape;17;p2"/>
            <p:cNvSpPr/>
            <p:nvPr/>
          </p:nvSpPr>
          <p:spPr>
            <a:xfrm>
              <a:off x="255200" y="592"/>
              <a:ext cx="1741500" cy="1044300"/>
            </a:xfrm>
            <a:prstGeom prst="parallelogram">
              <a:avLst>
                <a:gd name="adj" fmla="val 153193"/>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8" name="Google Shape;18;p2"/>
          <p:cNvGrpSpPr/>
          <p:nvPr/>
        </p:nvGrpSpPr>
        <p:grpSpPr>
          <a:xfrm>
            <a:off x="905395" y="592"/>
            <a:ext cx="2250363" cy="1044300"/>
            <a:chOff x="905395" y="592"/>
            <a:chExt cx="2250363" cy="1044300"/>
          </a:xfrm>
        </p:grpSpPr>
        <p:sp>
          <p:nvSpPr>
            <p:cNvPr id="19" name="Google Shape;19;p2"/>
            <p:cNvSpPr/>
            <p:nvPr/>
          </p:nvSpPr>
          <p:spPr>
            <a:xfrm>
              <a:off x="1414258" y="592"/>
              <a:ext cx="1741500" cy="1044300"/>
            </a:xfrm>
            <a:prstGeom prst="parallelogram">
              <a:avLst>
                <a:gd name="adj" fmla="val 153193"/>
              </a:avLst>
            </a:pr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 name="Google Shape;20;p2"/>
            <p:cNvSpPr/>
            <p:nvPr/>
          </p:nvSpPr>
          <p:spPr>
            <a:xfrm>
              <a:off x="1159826" y="592"/>
              <a:ext cx="1741500" cy="1044300"/>
            </a:xfrm>
            <a:prstGeom prst="parallelogram">
              <a:avLst>
                <a:gd name="adj" fmla="val 153193"/>
              </a:avLst>
            </a:pr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 name="Google Shape;21;p2"/>
            <p:cNvSpPr/>
            <p:nvPr/>
          </p:nvSpPr>
          <p:spPr>
            <a:xfrm>
              <a:off x="905395" y="592"/>
              <a:ext cx="1741500" cy="1044300"/>
            </a:xfrm>
            <a:prstGeom prst="parallelogram">
              <a:avLst>
                <a:gd name="adj" fmla="val 153193"/>
              </a:avLst>
            </a:pr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22" name="Google Shape;22;p2"/>
          <p:cNvGrpSpPr/>
          <p:nvPr/>
        </p:nvGrpSpPr>
        <p:grpSpPr>
          <a:xfrm>
            <a:off x="7057468" y="5088"/>
            <a:ext cx="1851282" cy="752108"/>
            <a:chOff x="6917201" y="0"/>
            <a:chExt cx="2227777" cy="863400"/>
          </a:xfrm>
        </p:grpSpPr>
        <p:sp>
          <p:nvSpPr>
            <p:cNvPr id="23" name="Google Shape;23;p2"/>
            <p:cNvSpPr/>
            <p:nvPr/>
          </p:nvSpPr>
          <p:spPr>
            <a:xfrm>
              <a:off x="7641677" y="0"/>
              <a:ext cx="1503300" cy="863400"/>
            </a:xfrm>
            <a:prstGeom prst="parallelogram">
              <a:avLst>
                <a:gd name="adj" fmla="val 158024"/>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 name="Google Shape;24;p2"/>
            <p:cNvSpPr/>
            <p:nvPr/>
          </p:nvSpPr>
          <p:spPr>
            <a:xfrm>
              <a:off x="7279439" y="0"/>
              <a:ext cx="1503300" cy="863400"/>
            </a:xfrm>
            <a:prstGeom prst="parallelogram">
              <a:avLst>
                <a:gd name="adj" fmla="val 158024"/>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 name="Google Shape;25;p2"/>
            <p:cNvSpPr/>
            <p:nvPr/>
          </p:nvSpPr>
          <p:spPr>
            <a:xfrm>
              <a:off x="6917201" y="0"/>
              <a:ext cx="1503300" cy="863400"/>
            </a:xfrm>
            <a:prstGeom prst="parallelogram">
              <a:avLst>
                <a:gd name="adj" fmla="val 158024"/>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26" name="Google Shape;26;p2"/>
          <p:cNvGrpSpPr/>
          <p:nvPr/>
        </p:nvGrpSpPr>
        <p:grpSpPr>
          <a:xfrm>
            <a:off x="6553032" y="4217852"/>
            <a:ext cx="2389068" cy="925737"/>
            <a:chOff x="6917201" y="0"/>
            <a:chExt cx="2227777" cy="863400"/>
          </a:xfrm>
        </p:grpSpPr>
        <p:sp>
          <p:nvSpPr>
            <p:cNvPr id="27" name="Google Shape;27;p2"/>
            <p:cNvSpPr/>
            <p:nvPr/>
          </p:nvSpPr>
          <p:spPr>
            <a:xfrm>
              <a:off x="7641677" y="0"/>
              <a:ext cx="1503300" cy="863400"/>
            </a:xfrm>
            <a:prstGeom prst="parallelogram">
              <a:avLst>
                <a:gd name="adj" fmla="val 158024"/>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 name="Google Shape;28;p2"/>
            <p:cNvSpPr/>
            <p:nvPr/>
          </p:nvSpPr>
          <p:spPr>
            <a:xfrm>
              <a:off x="7279439" y="0"/>
              <a:ext cx="1503300" cy="863400"/>
            </a:xfrm>
            <a:prstGeom prst="parallelogram">
              <a:avLst>
                <a:gd name="adj" fmla="val 158024"/>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 name="Google Shape;29;p2"/>
            <p:cNvSpPr/>
            <p:nvPr/>
          </p:nvSpPr>
          <p:spPr>
            <a:xfrm>
              <a:off x="6917201" y="0"/>
              <a:ext cx="1503300" cy="863400"/>
            </a:xfrm>
            <a:prstGeom prst="parallelogram">
              <a:avLst>
                <a:gd name="adj" fmla="val 158024"/>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30" name="Google Shape;30;p2"/>
          <p:cNvGrpSpPr/>
          <p:nvPr/>
        </p:nvGrpSpPr>
        <p:grpSpPr>
          <a:xfrm>
            <a:off x="199149" y="4055652"/>
            <a:ext cx="2795414" cy="1083308"/>
            <a:chOff x="6917201" y="0"/>
            <a:chExt cx="2227777" cy="863400"/>
          </a:xfrm>
        </p:grpSpPr>
        <p:sp>
          <p:nvSpPr>
            <p:cNvPr id="31" name="Google Shape;31;p2"/>
            <p:cNvSpPr/>
            <p:nvPr/>
          </p:nvSpPr>
          <p:spPr>
            <a:xfrm>
              <a:off x="7641677" y="0"/>
              <a:ext cx="1503300" cy="863400"/>
            </a:xfrm>
            <a:prstGeom prst="parallelogram">
              <a:avLst>
                <a:gd name="adj" fmla="val 158024"/>
              </a:avLst>
            </a:pr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 name="Google Shape;32;p2"/>
            <p:cNvSpPr/>
            <p:nvPr/>
          </p:nvSpPr>
          <p:spPr>
            <a:xfrm>
              <a:off x="7279439" y="0"/>
              <a:ext cx="1503300" cy="863400"/>
            </a:xfrm>
            <a:prstGeom prst="parallelogram">
              <a:avLst>
                <a:gd name="adj" fmla="val 158024"/>
              </a:avLst>
            </a:pr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 name="Google Shape;33;p2"/>
            <p:cNvSpPr/>
            <p:nvPr/>
          </p:nvSpPr>
          <p:spPr>
            <a:xfrm>
              <a:off x="6917201" y="0"/>
              <a:ext cx="1503300" cy="863400"/>
            </a:xfrm>
            <a:prstGeom prst="parallelogram">
              <a:avLst>
                <a:gd name="adj" fmla="val 158024"/>
              </a:avLst>
            </a:pr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34" name="Google Shape;34;p2"/>
          <p:cNvSpPr txBox="1">
            <a:spLocks noGrp="1"/>
          </p:cNvSpPr>
          <p:nvPr>
            <p:ph type="ctrTitle"/>
          </p:nvPr>
        </p:nvSpPr>
        <p:spPr>
          <a:xfrm>
            <a:off x="1858703" y="1822833"/>
            <a:ext cx="5361300" cy="1448100"/>
          </a:xfrm>
          <a:prstGeom prst="rect">
            <a:avLst/>
          </a:prstGeom>
        </p:spPr>
        <p:txBody>
          <a:bodyPr spcFirstLastPara="1" wrap="square" lIns="91425" tIns="91425" rIns="91425" bIns="91425" anchor="ctr" anchorCtr="0">
            <a:normAutofit/>
          </a:bodyPr>
          <a:lstStyle>
            <a:lvl1pPr lvl="0" algn="ctr">
              <a:spcBef>
                <a:spcPts val="0"/>
              </a:spcBef>
              <a:spcAft>
                <a:spcPts val="0"/>
              </a:spcAft>
              <a:buSzPts val="3800"/>
              <a:buNone/>
              <a:defRPr sz="3800"/>
            </a:lvl1pPr>
            <a:lvl2pPr lvl="1" algn="ctr">
              <a:spcBef>
                <a:spcPts val="0"/>
              </a:spcBef>
              <a:spcAft>
                <a:spcPts val="0"/>
              </a:spcAft>
              <a:buSzPts val="3800"/>
              <a:buNone/>
              <a:defRPr sz="3800"/>
            </a:lvl2pPr>
            <a:lvl3pPr lvl="2" algn="ctr">
              <a:spcBef>
                <a:spcPts val="0"/>
              </a:spcBef>
              <a:spcAft>
                <a:spcPts val="0"/>
              </a:spcAft>
              <a:buSzPts val="3800"/>
              <a:buNone/>
              <a:defRPr sz="3800"/>
            </a:lvl3pPr>
            <a:lvl4pPr lvl="3" algn="ctr">
              <a:spcBef>
                <a:spcPts val="0"/>
              </a:spcBef>
              <a:spcAft>
                <a:spcPts val="0"/>
              </a:spcAft>
              <a:buSzPts val="3800"/>
              <a:buNone/>
              <a:defRPr sz="3800"/>
            </a:lvl4pPr>
            <a:lvl5pPr lvl="4" algn="ctr">
              <a:spcBef>
                <a:spcPts val="0"/>
              </a:spcBef>
              <a:spcAft>
                <a:spcPts val="0"/>
              </a:spcAft>
              <a:buSzPts val="3800"/>
              <a:buNone/>
              <a:defRPr sz="3800"/>
            </a:lvl5pPr>
            <a:lvl6pPr lvl="5" algn="ctr">
              <a:spcBef>
                <a:spcPts val="0"/>
              </a:spcBef>
              <a:spcAft>
                <a:spcPts val="0"/>
              </a:spcAft>
              <a:buSzPts val="3800"/>
              <a:buNone/>
              <a:defRPr sz="3800"/>
            </a:lvl6pPr>
            <a:lvl7pPr lvl="6" algn="ctr">
              <a:spcBef>
                <a:spcPts val="0"/>
              </a:spcBef>
              <a:spcAft>
                <a:spcPts val="0"/>
              </a:spcAft>
              <a:buSzPts val="3800"/>
              <a:buNone/>
              <a:defRPr sz="3800"/>
            </a:lvl7pPr>
            <a:lvl8pPr lvl="7" algn="ctr">
              <a:spcBef>
                <a:spcPts val="0"/>
              </a:spcBef>
              <a:spcAft>
                <a:spcPts val="0"/>
              </a:spcAft>
              <a:buSzPts val="3800"/>
              <a:buNone/>
              <a:defRPr sz="3800"/>
            </a:lvl8pPr>
            <a:lvl9pPr lvl="8" algn="ctr">
              <a:spcBef>
                <a:spcPts val="0"/>
              </a:spcBef>
              <a:spcAft>
                <a:spcPts val="0"/>
              </a:spcAft>
              <a:buSzPts val="3800"/>
              <a:buNone/>
              <a:defRPr sz="3800"/>
            </a:lvl9pPr>
          </a:lstStyle>
          <a:p>
            <a:endParaRPr/>
          </a:p>
        </p:txBody>
      </p:sp>
      <p:sp>
        <p:nvSpPr>
          <p:cNvPr id="35" name="Google Shape;35;p2"/>
          <p:cNvSpPr txBox="1">
            <a:spLocks noGrp="1"/>
          </p:cNvSpPr>
          <p:nvPr>
            <p:ph type="subTitle" idx="1"/>
          </p:nvPr>
        </p:nvSpPr>
        <p:spPr>
          <a:xfrm>
            <a:off x="1858700" y="3413158"/>
            <a:ext cx="5361300" cy="522600"/>
          </a:xfrm>
          <a:prstGeom prst="rect">
            <a:avLst/>
          </a:prstGeom>
        </p:spPr>
        <p:txBody>
          <a:bodyPr spcFirstLastPara="1" wrap="square" lIns="91425" tIns="91425" rIns="91425" bIns="91425" anchor="t" anchorCtr="0">
            <a:normAutofit/>
          </a:bodyPr>
          <a:lstStyle>
            <a:lvl1pPr lvl="0" algn="ctr">
              <a:lnSpc>
                <a:spcPct val="100000"/>
              </a:lnSpc>
              <a:spcBef>
                <a:spcPts val="0"/>
              </a:spcBef>
              <a:spcAft>
                <a:spcPts val="0"/>
              </a:spcAft>
              <a:buClr>
                <a:schemeClr val="lt1"/>
              </a:buClr>
              <a:buSzPts val="1600"/>
              <a:buNone/>
              <a:defRPr sz="1600">
                <a:solidFill>
                  <a:schemeClr val="lt1"/>
                </a:solidFill>
              </a:defRPr>
            </a:lvl1pPr>
            <a:lvl2pPr lvl="1" algn="ctr">
              <a:lnSpc>
                <a:spcPct val="100000"/>
              </a:lnSpc>
              <a:spcBef>
                <a:spcPts val="0"/>
              </a:spcBef>
              <a:spcAft>
                <a:spcPts val="0"/>
              </a:spcAft>
              <a:buClr>
                <a:schemeClr val="lt1"/>
              </a:buClr>
              <a:buSzPts val="1600"/>
              <a:buNone/>
              <a:defRPr sz="1600">
                <a:solidFill>
                  <a:schemeClr val="lt1"/>
                </a:solidFill>
              </a:defRPr>
            </a:lvl2pPr>
            <a:lvl3pPr lvl="2" algn="ctr">
              <a:lnSpc>
                <a:spcPct val="100000"/>
              </a:lnSpc>
              <a:spcBef>
                <a:spcPts val="0"/>
              </a:spcBef>
              <a:spcAft>
                <a:spcPts val="0"/>
              </a:spcAft>
              <a:buClr>
                <a:schemeClr val="lt1"/>
              </a:buClr>
              <a:buSzPts val="1600"/>
              <a:buNone/>
              <a:defRPr sz="1600">
                <a:solidFill>
                  <a:schemeClr val="lt1"/>
                </a:solidFill>
              </a:defRPr>
            </a:lvl3pPr>
            <a:lvl4pPr lvl="3" algn="ctr">
              <a:lnSpc>
                <a:spcPct val="100000"/>
              </a:lnSpc>
              <a:spcBef>
                <a:spcPts val="0"/>
              </a:spcBef>
              <a:spcAft>
                <a:spcPts val="0"/>
              </a:spcAft>
              <a:buClr>
                <a:schemeClr val="lt1"/>
              </a:buClr>
              <a:buSzPts val="1600"/>
              <a:buNone/>
              <a:defRPr sz="1600">
                <a:solidFill>
                  <a:schemeClr val="lt1"/>
                </a:solidFill>
              </a:defRPr>
            </a:lvl4pPr>
            <a:lvl5pPr lvl="4" algn="ctr">
              <a:lnSpc>
                <a:spcPct val="100000"/>
              </a:lnSpc>
              <a:spcBef>
                <a:spcPts val="0"/>
              </a:spcBef>
              <a:spcAft>
                <a:spcPts val="0"/>
              </a:spcAft>
              <a:buClr>
                <a:schemeClr val="lt1"/>
              </a:buClr>
              <a:buSzPts val="1600"/>
              <a:buNone/>
              <a:defRPr sz="1600">
                <a:solidFill>
                  <a:schemeClr val="lt1"/>
                </a:solidFill>
              </a:defRPr>
            </a:lvl5pPr>
            <a:lvl6pPr lvl="5" algn="ctr">
              <a:lnSpc>
                <a:spcPct val="100000"/>
              </a:lnSpc>
              <a:spcBef>
                <a:spcPts val="0"/>
              </a:spcBef>
              <a:spcAft>
                <a:spcPts val="0"/>
              </a:spcAft>
              <a:buClr>
                <a:schemeClr val="lt1"/>
              </a:buClr>
              <a:buSzPts val="1600"/>
              <a:buNone/>
              <a:defRPr sz="1600">
                <a:solidFill>
                  <a:schemeClr val="lt1"/>
                </a:solidFill>
              </a:defRPr>
            </a:lvl6pPr>
            <a:lvl7pPr lvl="6" algn="ctr">
              <a:lnSpc>
                <a:spcPct val="100000"/>
              </a:lnSpc>
              <a:spcBef>
                <a:spcPts val="0"/>
              </a:spcBef>
              <a:spcAft>
                <a:spcPts val="0"/>
              </a:spcAft>
              <a:buClr>
                <a:schemeClr val="lt1"/>
              </a:buClr>
              <a:buSzPts val="1600"/>
              <a:buNone/>
              <a:defRPr sz="1600">
                <a:solidFill>
                  <a:schemeClr val="lt1"/>
                </a:solidFill>
              </a:defRPr>
            </a:lvl7pPr>
            <a:lvl8pPr lvl="7" algn="ctr">
              <a:lnSpc>
                <a:spcPct val="100000"/>
              </a:lnSpc>
              <a:spcBef>
                <a:spcPts val="0"/>
              </a:spcBef>
              <a:spcAft>
                <a:spcPts val="0"/>
              </a:spcAft>
              <a:buClr>
                <a:schemeClr val="lt1"/>
              </a:buClr>
              <a:buSzPts val="1600"/>
              <a:buNone/>
              <a:defRPr sz="1600">
                <a:solidFill>
                  <a:schemeClr val="lt1"/>
                </a:solidFill>
              </a:defRPr>
            </a:lvl8pPr>
            <a:lvl9pPr lvl="8" algn="ctr">
              <a:lnSpc>
                <a:spcPct val="100000"/>
              </a:lnSpc>
              <a:spcBef>
                <a:spcPts val="0"/>
              </a:spcBef>
              <a:spcAft>
                <a:spcPts val="0"/>
              </a:spcAft>
              <a:buClr>
                <a:schemeClr val="lt1"/>
              </a:buClr>
              <a:buSzPts val="1600"/>
              <a:buNone/>
              <a:defRPr sz="1600">
                <a:solidFill>
                  <a:schemeClr val="lt1"/>
                </a:solidFill>
              </a:defRPr>
            </a:lvl9pPr>
          </a:lstStyle>
          <a:p>
            <a:endParaRPr/>
          </a:p>
        </p:txBody>
      </p:sp>
      <p:sp>
        <p:nvSpPr>
          <p:cNvPr id="36" name="Google Shape;36;p2"/>
          <p:cNvSpPr txBox="1">
            <a:spLocks noGrp="1"/>
          </p:cNvSpPr>
          <p:nvPr>
            <p:ph type="sldNum" idx="12"/>
          </p:nvPr>
        </p:nvSpPr>
        <p:spPr>
          <a:xfrm>
            <a:off x="8390734" y="4543668"/>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bg>
      <p:bgPr>
        <a:solidFill>
          <a:schemeClr val="accent3"/>
        </a:solidFill>
        <a:effectLst/>
      </p:bgPr>
    </p:bg>
    <p:spTree>
      <p:nvGrpSpPr>
        <p:cNvPr id="1" name="Shape 37"/>
        <p:cNvGrpSpPr/>
        <p:nvPr/>
      </p:nvGrpSpPr>
      <p:grpSpPr>
        <a:xfrm>
          <a:off x="0" y="0"/>
          <a:ext cx="0" cy="0"/>
          <a:chOff x="0" y="0"/>
          <a:chExt cx="0" cy="0"/>
        </a:xfrm>
      </p:grpSpPr>
      <p:sp>
        <p:nvSpPr>
          <p:cNvPr id="38" name="Google Shape;38;p3"/>
          <p:cNvSpPr/>
          <p:nvPr/>
        </p:nvSpPr>
        <p:spPr>
          <a:xfrm flipH="1">
            <a:off x="4757100" y="2309400"/>
            <a:ext cx="4386900" cy="2834100"/>
          </a:xfrm>
          <a:prstGeom prst="rtTriangle">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39" name="Google Shape;39;p3"/>
          <p:cNvGrpSpPr/>
          <p:nvPr/>
        </p:nvGrpSpPr>
        <p:grpSpPr>
          <a:xfrm>
            <a:off x="5594191" y="3961115"/>
            <a:ext cx="2910145" cy="1182340"/>
            <a:chOff x="6917201" y="0"/>
            <a:chExt cx="2227777" cy="863400"/>
          </a:xfrm>
        </p:grpSpPr>
        <p:sp>
          <p:nvSpPr>
            <p:cNvPr id="40" name="Google Shape;40;p3"/>
            <p:cNvSpPr/>
            <p:nvPr/>
          </p:nvSpPr>
          <p:spPr>
            <a:xfrm>
              <a:off x="7641677" y="0"/>
              <a:ext cx="1503300" cy="863400"/>
            </a:xfrm>
            <a:prstGeom prst="parallelogram">
              <a:avLst>
                <a:gd name="adj" fmla="val 158024"/>
              </a:avLst>
            </a:pr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 name="Google Shape;41;p3"/>
            <p:cNvSpPr/>
            <p:nvPr/>
          </p:nvSpPr>
          <p:spPr>
            <a:xfrm>
              <a:off x="7279439" y="0"/>
              <a:ext cx="1503300" cy="863400"/>
            </a:xfrm>
            <a:prstGeom prst="parallelogram">
              <a:avLst>
                <a:gd name="adj" fmla="val 158024"/>
              </a:avLst>
            </a:pr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 name="Google Shape;42;p3"/>
            <p:cNvSpPr/>
            <p:nvPr/>
          </p:nvSpPr>
          <p:spPr>
            <a:xfrm>
              <a:off x="6917201" y="0"/>
              <a:ext cx="1503300" cy="863400"/>
            </a:xfrm>
            <a:prstGeom prst="parallelogram">
              <a:avLst>
                <a:gd name="adj" fmla="val 158024"/>
              </a:avLst>
            </a:pr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43" name="Google Shape;43;p3"/>
          <p:cNvGrpSpPr/>
          <p:nvPr/>
        </p:nvGrpSpPr>
        <p:grpSpPr>
          <a:xfrm>
            <a:off x="199149" y="2"/>
            <a:ext cx="2795414" cy="1083308"/>
            <a:chOff x="6917201" y="0"/>
            <a:chExt cx="2227777" cy="863400"/>
          </a:xfrm>
        </p:grpSpPr>
        <p:sp>
          <p:nvSpPr>
            <p:cNvPr id="44" name="Google Shape;44;p3"/>
            <p:cNvSpPr/>
            <p:nvPr/>
          </p:nvSpPr>
          <p:spPr>
            <a:xfrm>
              <a:off x="7641677" y="0"/>
              <a:ext cx="1503300" cy="863400"/>
            </a:xfrm>
            <a:prstGeom prst="parallelogram">
              <a:avLst>
                <a:gd name="adj" fmla="val 158024"/>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 name="Google Shape;45;p3"/>
            <p:cNvSpPr/>
            <p:nvPr/>
          </p:nvSpPr>
          <p:spPr>
            <a:xfrm>
              <a:off x="7279439" y="0"/>
              <a:ext cx="1503300" cy="863400"/>
            </a:xfrm>
            <a:prstGeom prst="parallelogram">
              <a:avLst>
                <a:gd name="adj" fmla="val 158024"/>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 name="Google Shape;46;p3"/>
            <p:cNvSpPr/>
            <p:nvPr/>
          </p:nvSpPr>
          <p:spPr>
            <a:xfrm>
              <a:off x="6917201" y="0"/>
              <a:ext cx="1503300" cy="863400"/>
            </a:xfrm>
            <a:prstGeom prst="parallelogram">
              <a:avLst>
                <a:gd name="adj" fmla="val 158024"/>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47" name="Google Shape;47;p3"/>
          <p:cNvSpPr txBox="1">
            <a:spLocks noGrp="1"/>
          </p:cNvSpPr>
          <p:nvPr>
            <p:ph type="title"/>
          </p:nvPr>
        </p:nvSpPr>
        <p:spPr>
          <a:xfrm>
            <a:off x="1888684" y="1746100"/>
            <a:ext cx="5377500" cy="1646100"/>
          </a:xfrm>
          <a:prstGeom prst="rect">
            <a:avLst/>
          </a:prstGeom>
        </p:spPr>
        <p:txBody>
          <a:bodyPr spcFirstLastPara="1" wrap="square" lIns="91425" tIns="91425" rIns="91425" bIns="91425" anchor="ctr" anchorCtr="0">
            <a:normAutofit/>
          </a:bodyPr>
          <a:lstStyle>
            <a:lvl1pPr lvl="0" algn="ctr">
              <a:spcBef>
                <a:spcPts val="0"/>
              </a:spcBef>
              <a:spcAft>
                <a:spcPts val="0"/>
              </a:spcAft>
              <a:buClr>
                <a:schemeClr val="dk2"/>
              </a:buClr>
              <a:buSzPts val="3200"/>
              <a:buNone/>
              <a:defRPr sz="3200">
                <a:solidFill>
                  <a:schemeClr val="dk2"/>
                </a:solidFill>
              </a:defRPr>
            </a:lvl1pPr>
            <a:lvl2pPr lvl="1" algn="ctr">
              <a:spcBef>
                <a:spcPts val="0"/>
              </a:spcBef>
              <a:spcAft>
                <a:spcPts val="0"/>
              </a:spcAft>
              <a:buClr>
                <a:schemeClr val="dk2"/>
              </a:buClr>
              <a:buSzPts val="3200"/>
              <a:buNone/>
              <a:defRPr sz="3200">
                <a:solidFill>
                  <a:schemeClr val="dk2"/>
                </a:solidFill>
              </a:defRPr>
            </a:lvl2pPr>
            <a:lvl3pPr lvl="2" algn="ctr">
              <a:spcBef>
                <a:spcPts val="0"/>
              </a:spcBef>
              <a:spcAft>
                <a:spcPts val="0"/>
              </a:spcAft>
              <a:buClr>
                <a:schemeClr val="dk2"/>
              </a:buClr>
              <a:buSzPts val="3200"/>
              <a:buNone/>
              <a:defRPr sz="3200">
                <a:solidFill>
                  <a:schemeClr val="dk2"/>
                </a:solidFill>
              </a:defRPr>
            </a:lvl3pPr>
            <a:lvl4pPr lvl="3" algn="ctr">
              <a:spcBef>
                <a:spcPts val="0"/>
              </a:spcBef>
              <a:spcAft>
                <a:spcPts val="0"/>
              </a:spcAft>
              <a:buClr>
                <a:schemeClr val="dk2"/>
              </a:buClr>
              <a:buSzPts val="3200"/>
              <a:buNone/>
              <a:defRPr sz="3200">
                <a:solidFill>
                  <a:schemeClr val="dk2"/>
                </a:solidFill>
              </a:defRPr>
            </a:lvl4pPr>
            <a:lvl5pPr lvl="4" algn="ctr">
              <a:spcBef>
                <a:spcPts val="0"/>
              </a:spcBef>
              <a:spcAft>
                <a:spcPts val="0"/>
              </a:spcAft>
              <a:buClr>
                <a:schemeClr val="dk2"/>
              </a:buClr>
              <a:buSzPts val="3200"/>
              <a:buNone/>
              <a:defRPr sz="3200">
                <a:solidFill>
                  <a:schemeClr val="dk2"/>
                </a:solidFill>
              </a:defRPr>
            </a:lvl5pPr>
            <a:lvl6pPr lvl="5" algn="ctr">
              <a:spcBef>
                <a:spcPts val="0"/>
              </a:spcBef>
              <a:spcAft>
                <a:spcPts val="0"/>
              </a:spcAft>
              <a:buClr>
                <a:schemeClr val="dk2"/>
              </a:buClr>
              <a:buSzPts val="3200"/>
              <a:buNone/>
              <a:defRPr sz="3200">
                <a:solidFill>
                  <a:schemeClr val="dk2"/>
                </a:solidFill>
              </a:defRPr>
            </a:lvl6pPr>
            <a:lvl7pPr lvl="6" algn="ctr">
              <a:spcBef>
                <a:spcPts val="0"/>
              </a:spcBef>
              <a:spcAft>
                <a:spcPts val="0"/>
              </a:spcAft>
              <a:buClr>
                <a:schemeClr val="dk2"/>
              </a:buClr>
              <a:buSzPts val="3200"/>
              <a:buNone/>
              <a:defRPr sz="3200">
                <a:solidFill>
                  <a:schemeClr val="dk2"/>
                </a:solidFill>
              </a:defRPr>
            </a:lvl7pPr>
            <a:lvl8pPr lvl="7" algn="ctr">
              <a:spcBef>
                <a:spcPts val="0"/>
              </a:spcBef>
              <a:spcAft>
                <a:spcPts val="0"/>
              </a:spcAft>
              <a:buClr>
                <a:schemeClr val="dk2"/>
              </a:buClr>
              <a:buSzPts val="3200"/>
              <a:buNone/>
              <a:defRPr sz="3200">
                <a:solidFill>
                  <a:schemeClr val="dk2"/>
                </a:solidFill>
              </a:defRPr>
            </a:lvl8pPr>
            <a:lvl9pPr lvl="8" algn="ctr">
              <a:spcBef>
                <a:spcPts val="0"/>
              </a:spcBef>
              <a:spcAft>
                <a:spcPts val="0"/>
              </a:spcAft>
              <a:buClr>
                <a:schemeClr val="dk2"/>
              </a:buClr>
              <a:buSzPts val="3200"/>
              <a:buNone/>
              <a:defRPr sz="3200">
                <a:solidFill>
                  <a:schemeClr val="dk2"/>
                </a:solidFill>
              </a:defRPr>
            </a:lvl9pPr>
          </a:lstStyle>
          <a:p>
            <a:endParaRPr/>
          </a:p>
        </p:txBody>
      </p:sp>
      <p:sp>
        <p:nvSpPr>
          <p:cNvPr id="48" name="Google Shape;48;p3"/>
          <p:cNvSpPr txBox="1">
            <a:spLocks noGrp="1"/>
          </p:cNvSpPr>
          <p:nvPr>
            <p:ph type="sldNum" idx="12"/>
          </p:nvPr>
        </p:nvSpPr>
        <p:spPr>
          <a:xfrm>
            <a:off x="8390734" y="4543668"/>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and body" type="tx">
  <p:cSld name="TITLE_AND_BODY">
    <p:bg>
      <p:bgPr>
        <a:solidFill>
          <a:schemeClr val="dk2"/>
        </a:solidFill>
        <a:effectLst/>
      </p:bgPr>
    </p:bg>
    <p:spTree>
      <p:nvGrpSpPr>
        <p:cNvPr id="1" name="Shape 49"/>
        <p:cNvGrpSpPr/>
        <p:nvPr/>
      </p:nvGrpSpPr>
      <p:grpSpPr>
        <a:xfrm>
          <a:off x="0" y="0"/>
          <a:ext cx="0" cy="0"/>
          <a:chOff x="0" y="0"/>
          <a:chExt cx="0" cy="0"/>
        </a:xfrm>
      </p:grpSpPr>
      <p:sp>
        <p:nvSpPr>
          <p:cNvPr id="50" name="Google Shape;50;p4"/>
          <p:cNvSpPr/>
          <p:nvPr/>
        </p:nvSpPr>
        <p:spPr>
          <a:xfrm flipH="1">
            <a:off x="3582600" y="1550700"/>
            <a:ext cx="5561400" cy="3592800"/>
          </a:xfrm>
          <a:prstGeom prst="rtTriangle">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 name="Google Shape;51;p4"/>
          <p:cNvSpPr/>
          <p:nvPr/>
        </p:nvSpPr>
        <p:spPr>
          <a:xfrm>
            <a:off x="31" y="2824500"/>
            <a:ext cx="7370400" cy="2319000"/>
          </a:xfrm>
          <a:prstGeom prst="rtTriangle">
            <a:avLst/>
          </a:pr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 name="Google Shape;52;p4"/>
          <p:cNvSpPr/>
          <p:nvPr/>
        </p:nvSpPr>
        <p:spPr>
          <a:xfrm>
            <a:off x="203225" y="206250"/>
            <a:ext cx="8737500" cy="4731000"/>
          </a:xfrm>
          <a:prstGeom prst="rect">
            <a:avLst/>
          </a:prstGeom>
          <a:solidFill>
            <a:schemeClr val="dk1"/>
          </a:solidFill>
          <a:ln>
            <a:noFill/>
          </a:ln>
          <a:effectLst>
            <a:outerShdw blurRad="228600" sx="101000" sy="101000" algn="ctr" rotWithShape="0">
              <a:srgbClr val="000000">
                <a:alpha val="4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 name="Google Shape;53;p4"/>
          <p:cNvSpPr txBox="1">
            <a:spLocks noGrp="1"/>
          </p:cNvSpPr>
          <p:nvPr>
            <p:ph type="title"/>
          </p:nvPr>
        </p:nvSpPr>
        <p:spPr>
          <a:xfrm>
            <a:off x="819150" y="845600"/>
            <a:ext cx="7505700" cy="954600"/>
          </a:xfrm>
          <a:prstGeom prst="rect">
            <a:avLst/>
          </a:prstGeom>
        </p:spPr>
        <p:txBody>
          <a:bodyPr spcFirstLastPara="1" wrap="square" lIns="91425" tIns="91425" rIns="91425" bIns="91425" anchor="t" anchorCtr="0">
            <a:normAutofit/>
          </a:bodyPr>
          <a:lstStyle>
            <a:lvl1pPr lvl="0">
              <a:spcBef>
                <a:spcPts val="0"/>
              </a:spcBef>
              <a:spcAft>
                <a:spcPts val="0"/>
              </a:spcAft>
              <a:buSzPts val="3000"/>
              <a:buNone/>
              <a:defRPr sz="3000"/>
            </a:lvl1pPr>
            <a:lvl2pPr lvl="1">
              <a:spcBef>
                <a:spcPts val="0"/>
              </a:spcBef>
              <a:spcAft>
                <a:spcPts val="0"/>
              </a:spcAft>
              <a:buSzPts val="3000"/>
              <a:buNone/>
              <a:defRPr sz="3000"/>
            </a:lvl2pPr>
            <a:lvl3pPr lvl="2">
              <a:spcBef>
                <a:spcPts val="0"/>
              </a:spcBef>
              <a:spcAft>
                <a:spcPts val="0"/>
              </a:spcAft>
              <a:buSzPts val="3000"/>
              <a:buNone/>
              <a:defRPr sz="3000"/>
            </a:lvl3pPr>
            <a:lvl4pPr lvl="3">
              <a:spcBef>
                <a:spcPts val="0"/>
              </a:spcBef>
              <a:spcAft>
                <a:spcPts val="0"/>
              </a:spcAft>
              <a:buSzPts val="3000"/>
              <a:buNone/>
              <a:defRPr sz="3000"/>
            </a:lvl4pPr>
            <a:lvl5pPr lvl="4">
              <a:spcBef>
                <a:spcPts val="0"/>
              </a:spcBef>
              <a:spcAft>
                <a:spcPts val="0"/>
              </a:spcAft>
              <a:buSzPts val="3000"/>
              <a:buNone/>
              <a:defRPr sz="3000"/>
            </a:lvl5pPr>
            <a:lvl6pPr lvl="5">
              <a:spcBef>
                <a:spcPts val="0"/>
              </a:spcBef>
              <a:spcAft>
                <a:spcPts val="0"/>
              </a:spcAft>
              <a:buSzPts val="3000"/>
              <a:buNone/>
              <a:defRPr sz="3000"/>
            </a:lvl6pPr>
            <a:lvl7pPr lvl="6">
              <a:spcBef>
                <a:spcPts val="0"/>
              </a:spcBef>
              <a:spcAft>
                <a:spcPts val="0"/>
              </a:spcAft>
              <a:buSzPts val="3000"/>
              <a:buNone/>
              <a:defRPr sz="3000"/>
            </a:lvl7pPr>
            <a:lvl8pPr lvl="7">
              <a:spcBef>
                <a:spcPts val="0"/>
              </a:spcBef>
              <a:spcAft>
                <a:spcPts val="0"/>
              </a:spcAft>
              <a:buSzPts val="3000"/>
              <a:buNone/>
              <a:defRPr sz="3000"/>
            </a:lvl8pPr>
            <a:lvl9pPr lvl="8">
              <a:spcBef>
                <a:spcPts val="0"/>
              </a:spcBef>
              <a:spcAft>
                <a:spcPts val="0"/>
              </a:spcAft>
              <a:buSzPts val="3000"/>
              <a:buNone/>
              <a:defRPr sz="3000"/>
            </a:lvl9pPr>
          </a:lstStyle>
          <a:p>
            <a:endParaRPr/>
          </a:p>
        </p:txBody>
      </p:sp>
      <p:sp>
        <p:nvSpPr>
          <p:cNvPr id="54" name="Google Shape;54;p4"/>
          <p:cNvSpPr txBox="1">
            <a:spLocks noGrp="1"/>
          </p:cNvSpPr>
          <p:nvPr>
            <p:ph type="body" idx="1"/>
          </p:nvPr>
        </p:nvSpPr>
        <p:spPr>
          <a:xfrm>
            <a:off x="819150" y="1990725"/>
            <a:ext cx="7505700" cy="2448000"/>
          </a:xfrm>
          <a:prstGeom prst="rect">
            <a:avLst/>
          </a:prstGeom>
        </p:spPr>
        <p:txBody>
          <a:bodyPr spcFirstLastPara="1" wrap="square" lIns="91425" tIns="91425" rIns="91425" bIns="91425" anchor="t" anchorCtr="0">
            <a:normAutofit/>
          </a:bodyPr>
          <a:lstStyle>
            <a:lvl1pPr marL="457200" lvl="0" indent="-311150">
              <a:spcBef>
                <a:spcPts val="0"/>
              </a:spcBef>
              <a:spcAft>
                <a:spcPts val="0"/>
              </a:spcAft>
              <a:buSzPts val="1300"/>
              <a:buChar char="●"/>
              <a:defRPr/>
            </a:lvl1pPr>
            <a:lvl2pPr marL="914400" lvl="1" indent="-298450">
              <a:spcBef>
                <a:spcPts val="0"/>
              </a:spcBef>
              <a:spcAft>
                <a:spcPts val="0"/>
              </a:spcAft>
              <a:buSzPts val="1100"/>
              <a:buChar char="○"/>
              <a:defRPr/>
            </a:lvl2pPr>
            <a:lvl3pPr marL="1371600" lvl="2" indent="-298450">
              <a:spcBef>
                <a:spcPts val="0"/>
              </a:spcBef>
              <a:spcAft>
                <a:spcPts val="0"/>
              </a:spcAft>
              <a:buSzPts val="1100"/>
              <a:buChar char="■"/>
              <a:defRPr/>
            </a:lvl3pPr>
            <a:lvl4pPr marL="1828800" lvl="3" indent="-298450">
              <a:spcBef>
                <a:spcPts val="0"/>
              </a:spcBef>
              <a:spcAft>
                <a:spcPts val="0"/>
              </a:spcAft>
              <a:buSzPts val="1100"/>
              <a:buChar char="●"/>
              <a:defRPr/>
            </a:lvl4pPr>
            <a:lvl5pPr marL="2286000" lvl="4" indent="-298450">
              <a:spcBef>
                <a:spcPts val="0"/>
              </a:spcBef>
              <a:spcAft>
                <a:spcPts val="0"/>
              </a:spcAft>
              <a:buSzPts val="1100"/>
              <a:buChar char="○"/>
              <a:defRPr/>
            </a:lvl5pPr>
            <a:lvl6pPr marL="2743200" lvl="5" indent="-298450">
              <a:spcBef>
                <a:spcPts val="0"/>
              </a:spcBef>
              <a:spcAft>
                <a:spcPts val="0"/>
              </a:spcAft>
              <a:buSzPts val="1100"/>
              <a:buChar char="■"/>
              <a:defRPr/>
            </a:lvl6pPr>
            <a:lvl7pPr marL="3200400" lvl="6" indent="-298450">
              <a:spcBef>
                <a:spcPts val="0"/>
              </a:spcBef>
              <a:spcAft>
                <a:spcPts val="0"/>
              </a:spcAft>
              <a:buSzPts val="1100"/>
              <a:buChar char="●"/>
              <a:defRPr/>
            </a:lvl7pPr>
            <a:lvl8pPr marL="3657600" lvl="7" indent="-298450">
              <a:spcBef>
                <a:spcPts val="0"/>
              </a:spcBef>
              <a:spcAft>
                <a:spcPts val="0"/>
              </a:spcAft>
              <a:buSzPts val="1100"/>
              <a:buChar char="○"/>
              <a:defRPr/>
            </a:lvl8pPr>
            <a:lvl9pPr marL="4114800" lvl="8" indent="-298450">
              <a:spcBef>
                <a:spcPts val="0"/>
              </a:spcBef>
              <a:spcAft>
                <a:spcPts val="0"/>
              </a:spcAft>
              <a:buSzPts val="1100"/>
              <a:buChar char="■"/>
              <a:defRPr/>
            </a:lvl9pPr>
          </a:lstStyle>
          <a:p>
            <a:endParaRPr/>
          </a:p>
        </p:txBody>
      </p:sp>
      <p:sp>
        <p:nvSpPr>
          <p:cNvPr id="55" name="Google Shape;55;p4"/>
          <p:cNvSpPr txBox="1">
            <a:spLocks noGrp="1"/>
          </p:cNvSpPr>
          <p:nvPr>
            <p:ph type="sldNum" idx="12"/>
          </p:nvPr>
        </p:nvSpPr>
        <p:spPr>
          <a:xfrm>
            <a:off x="8390734" y="4543668"/>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itle and two columns" type="twoColTx">
  <p:cSld name="TITLE_AND_TWO_COLUMNS">
    <p:bg>
      <p:bgPr>
        <a:solidFill>
          <a:schemeClr val="dk2"/>
        </a:solidFill>
        <a:effectLst/>
      </p:bgPr>
    </p:bg>
    <p:spTree>
      <p:nvGrpSpPr>
        <p:cNvPr id="1" name="Shape 56"/>
        <p:cNvGrpSpPr/>
        <p:nvPr/>
      </p:nvGrpSpPr>
      <p:grpSpPr>
        <a:xfrm>
          <a:off x="0" y="0"/>
          <a:ext cx="0" cy="0"/>
          <a:chOff x="0" y="0"/>
          <a:chExt cx="0" cy="0"/>
        </a:xfrm>
      </p:grpSpPr>
      <p:sp>
        <p:nvSpPr>
          <p:cNvPr id="57" name="Google Shape;57;p5"/>
          <p:cNvSpPr/>
          <p:nvPr/>
        </p:nvSpPr>
        <p:spPr>
          <a:xfrm flipH="1">
            <a:off x="3582600" y="1550700"/>
            <a:ext cx="5561400" cy="3592800"/>
          </a:xfrm>
          <a:prstGeom prst="rtTriangle">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8" name="Google Shape;58;p5"/>
          <p:cNvSpPr/>
          <p:nvPr/>
        </p:nvSpPr>
        <p:spPr>
          <a:xfrm>
            <a:off x="31" y="2824500"/>
            <a:ext cx="7370400" cy="2319000"/>
          </a:xfrm>
          <a:prstGeom prst="rtTriangle">
            <a:avLst/>
          </a:pr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9" name="Google Shape;59;p5"/>
          <p:cNvSpPr/>
          <p:nvPr/>
        </p:nvSpPr>
        <p:spPr>
          <a:xfrm>
            <a:off x="203225" y="206250"/>
            <a:ext cx="8737500" cy="4731000"/>
          </a:xfrm>
          <a:prstGeom prst="rect">
            <a:avLst/>
          </a:prstGeom>
          <a:solidFill>
            <a:schemeClr val="dk1"/>
          </a:solidFill>
          <a:ln>
            <a:noFill/>
          </a:ln>
          <a:effectLst>
            <a:outerShdw blurRad="228600" sx="101000" sy="101000" algn="ctr" rotWithShape="0">
              <a:srgbClr val="000000">
                <a:alpha val="4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0" name="Google Shape;60;p5"/>
          <p:cNvSpPr txBox="1">
            <a:spLocks noGrp="1"/>
          </p:cNvSpPr>
          <p:nvPr>
            <p:ph type="title"/>
          </p:nvPr>
        </p:nvSpPr>
        <p:spPr>
          <a:xfrm>
            <a:off x="819150" y="845600"/>
            <a:ext cx="7505700" cy="954600"/>
          </a:xfrm>
          <a:prstGeom prst="rect">
            <a:avLst/>
          </a:prstGeom>
        </p:spPr>
        <p:txBody>
          <a:bodyPr spcFirstLastPara="1" wrap="square" lIns="91425" tIns="91425" rIns="91425" bIns="91425" anchor="t" anchorCtr="0">
            <a:normAutofit/>
          </a:bodyPr>
          <a:lstStyle>
            <a:lvl1pPr lvl="0">
              <a:spcBef>
                <a:spcPts val="0"/>
              </a:spcBef>
              <a:spcAft>
                <a:spcPts val="0"/>
              </a:spcAft>
              <a:buSzPts val="3000"/>
              <a:buNone/>
              <a:defRPr sz="3000"/>
            </a:lvl1pPr>
            <a:lvl2pPr lvl="1">
              <a:spcBef>
                <a:spcPts val="0"/>
              </a:spcBef>
              <a:spcAft>
                <a:spcPts val="0"/>
              </a:spcAft>
              <a:buSzPts val="3000"/>
              <a:buNone/>
              <a:defRPr sz="3000"/>
            </a:lvl2pPr>
            <a:lvl3pPr lvl="2">
              <a:spcBef>
                <a:spcPts val="0"/>
              </a:spcBef>
              <a:spcAft>
                <a:spcPts val="0"/>
              </a:spcAft>
              <a:buSzPts val="3000"/>
              <a:buNone/>
              <a:defRPr sz="3000"/>
            </a:lvl3pPr>
            <a:lvl4pPr lvl="3">
              <a:spcBef>
                <a:spcPts val="0"/>
              </a:spcBef>
              <a:spcAft>
                <a:spcPts val="0"/>
              </a:spcAft>
              <a:buSzPts val="3000"/>
              <a:buNone/>
              <a:defRPr sz="3000"/>
            </a:lvl4pPr>
            <a:lvl5pPr lvl="4">
              <a:spcBef>
                <a:spcPts val="0"/>
              </a:spcBef>
              <a:spcAft>
                <a:spcPts val="0"/>
              </a:spcAft>
              <a:buSzPts val="3000"/>
              <a:buNone/>
              <a:defRPr sz="3000"/>
            </a:lvl5pPr>
            <a:lvl6pPr lvl="5">
              <a:spcBef>
                <a:spcPts val="0"/>
              </a:spcBef>
              <a:spcAft>
                <a:spcPts val="0"/>
              </a:spcAft>
              <a:buSzPts val="3000"/>
              <a:buNone/>
              <a:defRPr sz="3000"/>
            </a:lvl6pPr>
            <a:lvl7pPr lvl="6">
              <a:spcBef>
                <a:spcPts val="0"/>
              </a:spcBef>
              <a:spcAft>
                <a:spcPts val="0"/>
              </a:spcAft>
              <a:buSzPts val="3000"/>
              <a:buNone/>
              <a:defRPr sz="3000"/>
            </a:lvl7pPr>
            <a:lvl8pPr lvl="7">
              <a:spcBef>
                <a:spcPts val="0"/>
              </a:spcBef>
              <a:spcAft>
                <a:spcPts val="0"/>
              </a:spcAft>
              <a:buSzPts val="3000"/>
              <a:buNone/>
              <a:defRPr sz="3000"/>
            </a:lvl8pPr>
            <a:lvl9pPr lvl="8">
              <a:spcBef>
                <a:spcPts val="0"/>
              </a:spcBef>
              <a:spcAft>
                <a:spcPts val="0"/>
              </a:spcAft>
              <a:buSzPts val="3000"/>
              <a:buNone/>
              <a:defRPr sz="3000"/>
            </a:lvl9pPr>
          </a:lstStyle>
          <a:p>
            <a:endParaRPr/>
          </a:p>
        </p:txBody>
      </p:sp>
      <p:sp>
        <p:nvSpPr>
          <p:cNvPr id="61" name="Google Shape;61;p5"/>
          <p:cNvSpPr txBox="1">
            <a:spLocks noGrp="1"/>
          </p:cNvSpPr>
          <p:nvPr>
            <p:ph type="body" idx="1"/>
          </p:nvPr>
        </p:nvSpPr>
        <p:spPr>
          <a:xfrm>
            <a:off x="819150" y="1990725"/>
            <a:ext cx="3686100" cy="2448000"/>
          </a:xfrm>
          <a:prstGeom prst="rect">
            <a:avLst/>
          </a:prstGeom>
        </p:spPr>
        <p:txBody>
          <a:bodyPr spcFirstLastPara="1" wrap="square" lIns="91425" tIns="91425" rIns="91425" bIns="91425" anchor="t" anchorCtr="0">
            <a:normAutofit/>
          </a:bodyPr>
          <a:lstStyle>
            <a:lvl1pPr marL="457200" lvl="0" indent="-311150">
              <a:spcBef>
                <a:spcPts val="0"/>
              </a:spcBef>
              <a:spcAft>
                <a:spcPts val="0"/>
              </a:spcAft>
              <a:buSzPts val="1300"/>
              <a:buChar char="●"/>
              <a:defRPr/>
            </a:lvl1pPr>
            <a:lvl2pPr marL="914400" lvl="1" indent="-298450">
              <a:spcBef>
                <a:spcPts val="0"/>
              </a:spcBef>
              <a:spcAft>
                <a:spcPts val="0"/>
              </a:spcAft>
              <a:buSzPts val="1100"/>
              <a:buChar char="○"/>
              <a:defRPr/>
            </a:lvl2pPr>
            <a:lvl3pPr marL="1371600" lvl="2" indent="-298450">
              <a:spcBef>
                <a:spcPts val="0"/>
              </a:spcBef>
              <a:spcAft>
                <a:spcPts val="0"/>
              </a:spcAft>
              <a:buSzPts val="1100"/>
              <a:buChar char="■"/>
              <a:defRPr/>
            </a:lvl3pPr>
            <a:lvl4pPr marL="1828800" lvl="3" indent="-298450">
              <a:spcBef>
                <a:spcPts val="0"/>
              </a:spcBef>
              <a:spcAft>
                <a:spcPts val="0"/>
              </a:spcAft>
              <a:buSzPts val="1100"/>
              <a:buChar char="●"/>
              <a:defRPr/>
            </a:lvl4pPr>
            <a:lvl5pPr marL="2286000" lvl="4" indent="-298450">
              <a:spcBef>
                <a:spcPts val="0"/>
              </a:spcBef>
              <a:spcAft>
                <a:spcPts val="0"/>
              </a:spcAft>
              <a:buSzPts val="1100"/>
              <a:buChar char="○"/>
              <a:defRPr/>
            </a:lvl5pPr>
            <a:lvl6pPr marL="2743200" lvl="5" indent="-298450">
              <a:spcBef>
                <a:spcPts val="0"/>
              </a:spcBef>
              <a:spcAft>
                <a:spcPts val="0"/>
              </a:spcAft>
              <a:buSzPts val="1100"/>
              <a:buChar char="■"/>
              <a:defRPr/>
            </a:lvl6pPr>
            <a:lvl7pPr marL="3200400" lvl="6" indent="-298450">
              <a:spcBef>
                <a:spcPts val="0"/>
              </a:spcBef>
              <a:spcAft>
                <a:spcPts val="0"/>
              </a:spcAft>
              <a:buSzPts val="1100"/>
              <a:buChar char="●"/>
              <a:defRPr/>
            </a:lvl7pPr>
            <a:lvl8pPr marL="3657600" lvl="7" indent="-298450">
              <a:spcBef>
                <a:spcPts val="0"/>
              </a:spcBef>
              <a:spcAft>
                <a:spcPts val="0"/>
              </a:spcAft>
              <a:buSzPts val="1100"/>
              <a:buChar char="○"/>
              <a:defRPr/>
            </a:lvl8pPr>
            <a:lvl9pPr marL="4114800" lvl="8" indent="-298450">
              <a:spcBef>
                <a:spcPts val="0"/>
              </a:spcBef>
              <a:spcAft>
                <a:spcPts val="0"/>
              </a:spcAft>
              <a:buSzPts val="1100"/>
              <a:buChar char="■"/>
              <a:defRPr/>
            </a:lvl9pPr>
          </a:lstStyle>
          <a:p>
            <a:endParaRPr/>
          </a:p>
        </p:txBody>
      </p:sp>
      <p:sp>
        <p:nvSpPr>
          <p:cNvPr id="62" name="Google Shape;62;p5"/>
          <p:cNvSpPr txBox="1">
            <a:spLocks noGrp="1"/>
          </p:cNvSpPr>
          <p:nvPr>
            <p:ph type="body" idx="2"/>
          </p:nvPr>
        </p:nvSpPr>
        <p:spPr>
          <a:xfrm>
            <a:off x="4638675" y="1990725"/>
            <a:ext cx="3686100" cy="2448000"/>
          </a:xfrm>
          <a:prstGeom prst="rect">
            <a:avLst/>
          </a:prstGeom>
        </p:spPr>
        <p:txBody>
          <a:bodyPr spcFirstLastPara="1" wrap="square" lIns="91425" tIns="91425" rIns="91425" bIns="91425" anchor="t" anchorCtr="0">
            <a:normAutofit/>
          </a:bodyPr>
          <a:lstStyle>
            <a:lvl1pPr marL="457200" lvl="0" indent="-311150">
              <a:spcBef>
                <a:spcPts val="0"/>
              </a:spcBef>
              <a:spcAft>
                <a:spcPts val="0"/>
              </a:spcAft>
              <a:buSzPts val="1300"/>
              <a:buChar char="●"/>
              <a:defRPr/>
            </a:lvl1pPr>
            <a:lvl2pPr marL="914400" lvl="1" indent="-298450">
              <a:spcBef>
                <a:spcPts val="0"/>
              </a:spcBef>
              <a:spcAft>
                <a:spcPts val="0"/>
              </a:spcAft>
              <a:buSzPts val="1100"/>
              <a:buChar char="○"/>
              <a:defRPr/>
            </a:lvl2pPr>
            <a:lvl3pPr marL="1371600" lvl="2" indent="-298450">
              <a:spcBef>
                <a:spcPts val="0"/>
              </a:spcBef>
              <a:spcAft>
                <a:spcPts val="0"/>
              </a:spcAft>
              <a:buSzPts val="1100"/>
              <a:buChar char="■"/>
              <a:defRPr/>
            </a:lvl3pPr>
            <a:lvl4pPr marL="1828800" lvl="3" indent="-298450">
              <a:spcBef>
                <a:spcPts val="0"/>
              </a:spcBef>
              <a:spcAft>
                <a:spcPts val="0"/>
              </a:spcAft>
              <a:buSzPts val="1100"/>
              <a:buChar char="●"/>
              <a:defRPr/>
            </a:lvl4pPr>
            <a:lvl5pPr marL="2286000" lvl="4" indent="-298450">
              <a:spcBef>
                <a:spcPts val="0"/>
              </a:spcBef>
              <a:spcAft>
                <a:spcPts val="0"/>
              </a:spcAft>
              <a:buSzPts val="1100"/>
              <a:buChar char="○"/>
              <a:defRPr/>
            </a:lvl5pPr>
            <a:lvl6pPr marL="2743200" lvl="5" indent="-298450">
              <a:spcBef>
                <a:spcPts val="0"/>
              </a:spcBef>
              <a:spcAft>
                <a:spcPts val="0"/>
              </a:spcAft>
              <a:buSzPts val="1100"/>
              <a:buChar char="■"/>
              <a:defRPr/>
            </a:lvl6pPr>
            <a:lvl7pPr marL="3200400" lvl="6" indent="-298450">
              <a:spcBef>
                <a:spcPts val="0"/>
              </a:spcBef>
              <a:spcAft>
                <a:spcPts val="0"/>
              </a:spcAft>
              <a:buSzPts val="1100"/>
              <a:buChar char="●"/>
              <a:defRPr/>
            </a:lvl7pPr>
            <a:lvl8pPr marL="3657600" lvl="7" indent="-298450">
              <a:spcBef>
                <a:spcPts val="0"/>
              </a:spcBef>
              <a:spcAft>
                <a:spcPts val="0"/>
              </a:spcAft>
              <a:buSzPts val="1100"/>
              <a:buChar char="○"/>
              <a:defRPr/>
            </a:lvl8pPr>
            <a:lvl9pPr marL="4114800" lvl="8" indent="-298450">
              <a:spcBef>
                <a:spcPts val="0"/>
              </a:spcBef>
              <a:spcAft>
                <a:spcPts val="0"/>
              </a:spcAft>
              <a:buSzPts val="1100"/>
              <a:buChar char="■"/>
              <a:defRPr/>
            </a:lvl9pPr>
          </a:lstStyle>
          <a:p>
            <a:endParaRPr/>
          </a:p>
        </p:txBody>
      </p:sp>
      <p:sp>
        <p:nvSpPr>
          <p:cNvPr id="63" name="Google Shape;63;p5"/>
          <p:cNvSpPr txBox="1">
            <a:spLocks noGrp="1"/>
          </p:cNvSpPr>
          <p:nvPr>
            <p:ph type="sldNum" idx="12"/>
          </p:nvPr>
        </p:nvSpPr>
        <p:spPr>
          <a:xfrm>
            <a:off x="8390734" y="4543668"/>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itle only" type="titleOnly">
  <p:cSld name="TITLE_ONLY">
    <p:bg>
      <p:bgPr>
        <a:solidFill>
          <a:schemeClr val="dk2"/>
        </a:solidFill>
        <a:effectLst/>
      </p:bgPr>
    </p:bg>
    <p:spTree>
      <p:nvGrpSpPr>
        <p:cNvPr id="1" name="Shape 64"/>
        <p:cNvGrpSpPr/>
        <p:nvPr/>
      </p:nvGrpSpPr>
      <p:grpSpPr>
        <a:xfrm>
          <a:off x="0" y="0"/>
          <a:ext cx="0" cy="0"/>
          <a:chOff x="0" y="0"/>
          <a:chExt cx="0" cy="0"/>
        </a:xfrm>
      </p:grpSpPr>
      <p:sp>
        <p:nvSpPr>
          <p:cNvPr id="65" name="Google Shape;65;p6"/>
          <p:cNvSpPr/>
          <p:nvPr/>
        </p:nvSpPr>
        <p:spPr>
          <a:xfrm flipH="1">
            <a:off x="3582600" y="1550700"/>
            <a:ext cx="5561400" cy="3592800"/>
          </a:xfrm>
          <a:prstGeom prst="rtTriangle">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6" name="Google Shape;66;p6"/>
          <p:cNvSpPr/>
          <p:nvPr/>
        </p:nvSpPr>
        <p:spPr>
          <a:xfrm>
            <a:off x="31" y="2824500"/>
            <a:ext cx="7370400" cy="2319000"/>
          </a:xfrm>
          <a:prstGeom prst="rtTriangle">
            <a:avLst/>
          </a:pr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7" name="Google Shape;67;p6"/>
          <p:cNvSpPr/>
          <p:nvPr/>
        </p:nvSpPr>
        <p:spPr>
          <a:xfrm>
            <a:off x="203225" y="206250"/>
            <a:ext cx="8737500" cy="4731000"/>
          </a:xfrm>
          <a:prstGeom prst="rect">
            <a:avLst/>
          </a:prstGeom>
          <a:solidFill>
            <a:schemeClr val="dk1"/>
          </a:solidFill>
          <a:ln>
            <a:noFill/>
          </a:ln>
          <a:effectLst>
            <a:outerShdw blurRad="228600" sx="101000" sy="101000" algn="ctr" rotWithShape="0">
              <a:srgbClr val="000000">
                <a:alpha val="4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8" name="Google Shape;68;p6"/>
          <p:cNvSpPr txBox="1">
            <a:spLocks noGrp="1"/>
          </p:cNvSpPr>
          <p:nvPr>
            <p:ph type="title"/>
          </p:nvPr>
        </p:nvSpPr>
        <p:spPr>
          <a:xfrm>
            <a:off x="819150" y="845600"/>
            <a:ext cx="7505700" cy="954600"/>
          </a:xfrm>
          <a:prstGeom prst="rect">
            <a:avLst/>
          </a:prstGeom>
        </p:spPr>
        <p:txBody>
          <a:bodyPr spcFirstLastPara="1" wrap="square" lIns="91425" tIns="91425" rIns="91425" bIns="91425" anchor="t" anchorCtr="0">
            <a:normAutofit/>
          </a:bodyPr>
          <a:lstStyle>
            <a:lvl1pPr lvl="0">
              <a:spcBef>
                <a:spcPts val="0"/>
              </a:spcBef>
              <a:spcAft>
                <a:spcPts val="0"/>
              </a:spcAft>
              <a:buSzPts val="3000"/>
              <a:buNone/>
              <a:defRPr sz="3000"/>
            </a:lvl1pPr>
            <a:lvl2pPr lvl="1">
              <a:spcBef>
                <a:spcPts val="0"/>
              </a:spcBef>
              <a:spcAft>
                <a:spcPts val="0"/>
              </a:spcAft>
              <a:buSzPts val="3000"/>
              <a:buNone/>
              <a:defRPr sz="3000"/>
            </a:lvl2pPr>
            <a:lvl3pPr lvl="2">
              <a:spcBef>
                <a:spcPts val="0"/>
              </a:spcBef>
              <a:spcAft>
                <a:spcPts val="0"/>
              </a:spcAft>
              <a:buSzPts val="3000"/>
              <a:buNone/>
              <a:defRPr sz="3000"/>
            </a:lvl3pPr>
            <a:lvl4pPr lvl="3">
              <a:spcBef>
                <a:spcPts val="0"/>
              </a:spcBef>
              <a:spcAft>
                <a:spcPts val="0"/>
              </a:spcAft>
              <a:buSzPts val="3000"/>
              <a:buNone/>
              <a:defRPr sz="3000"/>
            </a:lvl4pPr>
            <a:lvl5pPr lvl="4">
              <a:spcBef>
                <a:spcPts val="0"/>
              </a:spcBef>
              <a:spcAft>
                <a:spcPts val="0"/>
              </a:spcAft>
              <a:buSzPts val="3000"/>
              <a:buNone/>
              <a:defRPr sz="3000"/>
            </a:lvl5pPr>
            <a:lvl6pPr lvl="5">
              <a:spcBef>
                <a:spcPts val="0"/>
              </a:spcBef>
              <a:spcAft>
                <a:spcPts val="0"/>
              </a:spcAft>
              <a:buSzPts val="3000"/>
              <a:buNone/>
              <a:defRPr sz="3000"/>
            </a:lvl6pPr>
            <a:lvl7pPr lvl="6">
              <a:spcBef>
                <a:spcPts val="0"/>
              </a:spcBef>
              <a:spcAft>
                <a:spcPts val="0"/>
              </a:spcAft>
              <a:buSzPts val="3000"/>
              <a:buNone/>
              <a:defRPr sz="3000"/>
            </a:lvl7pPr>
            <a:lvl8pPr lvl="7">
              <a:spcBef>
                <a:spcPts val="0"/>
              </a:spcBef>
              <a:spcAft>
                <a:spcPts val="0"/>
              </a:spcAft>
              <a:buSzPts val="3000"/>
              <a:buNone/>
              <a:defRPr sz="3000"/>
            </a:lvl8pPr>
            <a:lvl9pPr lvl="8">
              <a:spcBef>
                <a:spcPts val="0"/>
              </a:spcBef>
              <a:spcAft>
                <a:spcPts val="0"/>
              </a:spcAft>
              <a:buSzPts val="3000"/>
              <a:buNone/>
              <a:defRPr sz="3000"/>
            </a:lvl9pPr>
          </a:lstStyle>
          <a:p>
            <a:endParaRPr/>
          </a:p>
        </p:txBody>
      </p:sp>
      <p:sp>
        <p:nvSpPr>
          <p:cNvPr id="69" name="Google Shape;69;p6"/>
          <p:cNvSpPr txBox="1">
            <a:spLocks noGrp="1"/>
          </p:cNvSpPr>
          <p:nvPr>
            <p:ph type="sldNum" idx="12"/>
          </p:nvPr>
        </p:nvSpPr>
        <p:spPr>
          <a:xfrm>
            <a:off x="8390734" y="4543668"/>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One column text">
  <p:cSld name="ONE_COLUMN_TEXT">
    <p:bg>
      <p:bgPr>
        <a:solidFill>
          <a:schemeClr val="accent3"/>
        </a:solidFill>
        <a:effectLst/>
      </p:bgPr>
    </p:bg>
    <p:spTree>
      <p:nvGrpSpPr>
        <p:cNvPr id="1" name="Shape 70"/>
        <p:cNvGrpSpPr/>
        <p:nvPr/>
      </p:nvGrpSpPr>
      <p:grpSpPr>
        <a:xfrm>
          <a:off x="0" y="0"/>
          <a:ext cx="0" cy="0"/>
          <a:chOff x="0" y="0"/>
          <a:chExt cx="0" cy="0"/>
        </a:xfrm>
      </p:grpSpPr>
      <p:sp>
        <p:nvSpPr>
          <p:cNvPr id="71" name="Google Shape;71;p7"/>
          <p:cNvSpPr/>
          <p:nvPr/>
        </p:nvSpPr>
        <p:spPr>
          <a:xfrm flipH="1">
            <a:off x="3582600" y="1550700"/>
            <a:ext cx="5561400" cy="3592800"/>
          </a:xfrm>
          <a:prstGeom prst="rtTriangle">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2" name="Google Shape;72;p7"/>
          <p:cNvSpPr/>
          <p:nvPr/>
        </p:nvSpPr>
        <p:spPr>
          <a:xfrm>
            <a:off x="31" y="2824500"/>
            <a:ext cx="7370400" cy="2319000"/>
          </a:xfrm>
          <a:prstGeom prst="rtTriangle">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3" name="Google Shape;73;p7"/>
          <p:cNvSpPr/>
          <p:nvPr/>
        </p:nvSpPr>
        <p:spPr>
          <a:xfrm>
            <a:off x="203225" y="206250"/>
            <a:ext cx="8737500" cy="4731000"/>
          </a:xfrm>
          <a:prstGeom prst="rect">
            <a:avLst/>
          </a:prstGeom>
          <a:solidFill>
            <a:schemeClr val="dk1"/>
          </a:solidFill>
          <a:ln>
            <a:noFill/>
          </a:ln>
          <a:effectLst>
            <a:outerShdw blurRad="228600" sx="101000" sy="101000" algn="ctr" rotWithShape="0">
              <a:srgbClr val="000000">
                <a:alpha val="4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4" name="Google Shape;74;p7"/>
          <p:cNvSpPr txBox="1">
            <a:spLocks noGrp="1"/>
          </p:cNvSpPr>
          <p:nvPr>
            <p:ph type="title"/>
          </p:nvPr>
        </p:nvSpPr>
        <p:spPr>
          <a:xfrm>
            <a:off x="819150" y="845600"/>
            <a:ext cx="3709200" cy="1383000"/>
          </a:xfrm>
          <a:prstGeom prst="rect">
            <a:avLst/>
          </a:prstGeom>
        </p:spPr>
        <p:txBody>
          <a:bodyPr spcFirstLastPara="1" wrap="square" lIns="91425" tIns="91425" rIns="91425" bIns="91425" anchor="t" anchorCtr="0">
            <a:normAutofit/>
          </a:bodyPr>
          <a:lstStyle>
            <a:lvl1pPr lvl="0">
              <a:spcBef>
                <a:spcPts val="0"/>
              </a:spcBef>
              <a:spcAft>
                <a:spcPts val="0"/>
              </a:spcAft>
              <a:buSzPts val="3000"/>
              <a:buNone/>
              <a:defRPr sz="3000"/>
            </a:lvl1pPr>
            <a:lvl2pPr lvl="1">
              <a:spcBef>
                <a:spcPts val="0"/>
              </a:spcBef>
              <a:spcAft>
                <a:spcPts val="0"/>
              </a:spcAft>
              <a:buSzPts val="3000"/>
              <a:buNone/>
              <a:defRPr sz="3000"/>
            </a:lvl2pPr>
            <a:lvl3pPr lvl="2">
              <a:spcBef>
                <a:spcPts val="0"/>
              </a:spcBef>
              <a:spcAft>
                <a:spcPts val="0"/>
              </a:spcAft>
              <a:buSzPts val="3000"/>
              <a:buNone/>
              <a:defRPr sz="3000"/>
            </a:lvl3pPr>
            <a:lvl4pPr lvl="3">
              <a:spcBef>
                <a:spcPts val="0"/>
              </a:spcBef>
              <a:spcAft>
                <a:spcPts val="0"/>
              </a:spcAft>
              <a:buSzPts val="3000"/>
              <a:buNone/>
              <a:defRPr sz="3000"/>
            </a:lvl4pPr>
            <a:lvl5pPr lvl="4">
              <a:spcBef>
                <a:spcPts val="0"/>
              </a:spcBef>
              <a:spcAft>
                <a:spcPts val="0"/>
              </a:spcAft>
              <a:buSzPts val="3000"/>
              <a:buNone/>
              <a:defRPr sz="3000"/>
            </a:lvl5pPr>
            <a:lvl6pPr lvl="5">
              <a:spcBef>
                <a:spcPts val="0"/>
              </a:spcBef>
              <a:spcAft>
                <a:spcPts val="0"/>
              </a:spcAft>
              <a:buSzPts val="3000"/>
              <a:buNone/>
              <a:defRPr sz="3000"/>
            </a:lvl6pPr>
            <a:lvl7pPr lvl="6">
              <a:spcBef>
                <a:spcPts val="0"/>
              </a:spcBef>
              <a:spcAft>
                <a:spcPts val="0"/>
              </a:spcAft>
              <a:buSzPts val="3000"/>
              <a:buNone/>
              <a:defRPr sz="3000"/>
            </a:lvl7pPr>
            <a:lvl8pPr lvl="7">
              <a:spcBef>
                <a:spcPts val="0"/>
              </a:spcBef>
              <a:spcAft>
                <a:spcPts val="0"/>
              </a:spcAft>
              <a:buSzPts val="3000"/>
              <a:buNone/>
              <a:defRPr sz="3000"/>
            </a:lvl8pPr>
            <a:lvl9pPr lvl="8">
              <a:spcBef>
                <a:spcPts val="0"/>
              </a:spcBef>
              <a:spcAft>
                <a:spcPts val="0"/>
              </a:spcAft>
              <a:buSzPts val="3000"/>
              <a:buNone/>
              <a:defRPr sz="3000"/>
            </a:lvl9pPr>
          </a:lstStyle>
          <a:p>
            <a:endParaRPr/>
          </a:p>
        </p:txBody>
      </p:sp>
      <p:sp>
        <p:nvSpPr>
          <p:cNvPr id="75" name="Google Shape;75;p7"/>
          <p:cNvSpPr txBox="1">
            <a:spLocks noGrp="1"/>
          </p:cNvSpPr>
          <p:nvPr>
            <p:ph type="body" idx="1"/>
          </p:nvPr>
        </p:nvSpPr>
        <p:spPr>
          <a:xfrm>
            <a:off x="830700" y="2319050"/>
            <a:ext cx="3709200" cy="2119800"/>
          </a:xfrm>
          <a:prstGeom prst="rect">
            <a:avLst/>
          </a:prstGeom>
        </p:spPr>
        <p:txBody>
          <a:bodyPr spcFirstLastPara="1" wrap="square" lIns="91425" tIns="91425" rIns="91425" bIns="91425" anchor="t" anchorCtr="0">
            <a:normAutofit/>
          </a:bodyPr>
          <a:lstStyle>
            <a:lvl1pPr marL="457200" lvl="0" indent="-311150">
              <a:spcBef>
                <a:spcPts val="0"/>
              </a:spcBef>
              <a:spcAft>
                <a:spcPts val="0"/>
              </a:spcAft>
              <a:buSzPts val="1300"/>
              <a:buChar char="●"/>
              <a:defRPr/>
            </a:lvl1pPr>
            <a:lvl2pPr marL="914400" lvl="1" indent="-298450">
              <a:spcBef>
                <a:spcPts val="0"/>
              </a:spcBef>
              <a:spcAft>
                <a:spcPts val="0"/>
              </a:spcAft>
              <a:buSzPts val="1100"/>
              <a:buChar char="○"/>
              <a:defRPr/>
            </a:lvl2pPr>
            <a:lvl3pPr marL="1371600" lvl="2" indent="-298450">
              <a:spcBef>
                <a:spcPts val="0"/>
              </a:spcBef>
              <a:spcAft>
                <a:spcPts val="0"/>
              </a:spcAft>
              <a:buSzPts val="1100"/>
              <a:buChar char="■"/>
              <a:defRPr/>
            </a:lvl3pPr>
            <a:lvl4pPr marL="1828800" lvl="3" indent="-298450">
              <a:spcBef>
                <a:spcPts val="0"/>
              </a:spcBef>
              <a:spcAft>
                <a:spcPts val="0"/>
              </a:spcAft>
              <a:buSzPts val="1100"/>
              <a:buChar char="●"/>
              <a:defRPr/>
            </a:lvl4pPr>
            <a:lvl5pPr marL="2286000" lvl="4" indent="-298450">
              <a:spcBef>
                <a:spcPts val="0"/>
              </a:spcBef>
              <a:spcAft>
                <a:spcPts val="0"/>
              </a:spcAft>
              <a:buSzPts val="1100"/>
              <a:buChar char="○"/>
              <a:defRPr/>
            </a:lvl5pPr>
            <a:lvl6pPr marL="2743200" lvl="5" indent="-298450">
              <a:spcBef>
                <a:spcPts val="0"/>
              </a:spcBef>
              <a:spcAft>
                <a:spcPts val="0"/>
              </a:spcAft>
              <a:buSzPts val="1100"/>
              <a:buChar char="■"/>
              <a:defRPr/>
            </a:lvl6pPr>
            <a:lvl7pPr marL="3200400" lvl="6" indent="-298450">
              <a:spcBef>
                <a:spcPts val="0"/>
              </a:spcBef>
              <a:spcAft>
                <a:spcPts val="0"/>
              </a:spcAft>
              <a:buSzPts val="1100"/>
              <a:buChar char="●"/>
              <a:defRPr/>
            </a:lvl7pPr>
            <a:lvl8pPr marL="3657600" lvl="7" indent="-298450">
              <a:spcBef>
                <a:spcPts val="0"/>
              </a:spcBef>
              <a:spcAft>
                <a:spcPts val="0"/>
              </a:spcAft>
              <a:buSzPts val="1100"/>
              <a:buChar char="○"/>
              <a:defRPr/>
            </a:lvl8pPr>
            <a:lvl9pPr marL="4114800" lvl="8" indent="-298450">
              <a:spcBef>
                <a:spcPts val="0"/>
              </a:spcBef>
              <a:spcAft>
                <a:spcPts val="0"/>
              </a:spcAft>
              <a:buSzPts val="1100"/>
              <a:buChar char="■"/>
              <a:defRPr/>
            </a:lvl9pPr>
          </a:lstStyle>
          <a:p>
            <a:endParaRPr/>
          </a:p>
        </p:txBody>
      </p:sp>
      <p:sp>
        <p:nvSpPr>
          <p:cNvPr id="76" name="Google Shape;76;p7"/>
          <p:cNvSpPr txBox="1">
            <a:spLocks noGrp="1"/>
          </p:cNvSpPr>
          <p:nvPr>
            <p:ph type="sldNum" idx="12"/>
          </p:nvPr>
        </p:nvSpPr>
        <p:spPr>
          <a:xfrm>
            <a:off x="8390734" y="4543668"/>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Main point">
  <p:cSld name="MAIN_POINT">
    <p:bg>
      <p:bgPr>
        <a:solidFill>
          <a:schemeClr val="accent1"/>
        </a:solidFill>
        <a:effectLst/>
      </p:bgPr>
    </p:bg>
    <p:spTree>
      <p:nvGrpSpPr>
        <p:cNvPr id="1" name="Shape 77"/>
        <p:cNvGrpSpPr/>
        <p:nvPr/>
      </p:nvGrpSpPr>
      <p:grpSpPr>
        <a:xfrm>
          <a:off x="0" y="0"/>
          <a:ext cx="0" cy="0"/>
          <a:chOff x="0" y="0"/>
          <a:chExt cx="0" cy="0"/>
        </a:xfrm>
      </p:grpSpPr>
      <p:sp>
        <p:nvSpPr>
          <p:cNvPr id="78" name="Google Shape;78;p8"/>
          <p:cNvSpPr/>
          <p:nvPr/>
        </p:nvSpPr>
        <p:spPr>
          <a:xfrm>
            <a:off x="0" y="2823144"/>
            <a:ext cx="7369200" cy="2316900"/>
          </a:xfrm>
          <a:prstGeom prst="rtTriangle">
            <a:avLst/>
          </a:pr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9" name="Google Shape;79;p8"/>
          <p:cNvSpPr/>
          <p:nvPr/>
        </p:nvSpPr>
        <p:spPr>
          <a:xfrm flipH="1">
            <a:off x="3583210" y="1554113"/>
            <a:ext cx="5560500" cy="3589500"/>
          </a:xfrm>
          <a:prstGeom prst="rtTriangle">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80" name="Google Shape;80;p8"/>
          <p:cNvGrpSpPr/>
          <p:nvPr/>
        </p:nvGrpSpPr>
        <p:grpSpPr>
          <a:xfrm>
            <a:off x="255991" y="-118"/>
            <a:ext cx="2251347" cy="1043408"/>
            <a:chOff x="3961956" y="4383950"/>
            <a:chExt cx="1160548" cy="548700"/>
          </a:xfrm>
        </p:grpSpPr>
        <p:sp>
          <p:nvSpPr>
            <p:cNvPr id="81" name="Google Shape;81;p8"/>
            <p:cNvSpPr/>
            <p:nvPr/>
          </p:nvSpPr>
          <p:spPr>
            <a:xfrm>
              <a:off x="4224904" y="4383950"/>
              <a:ext cx="897600" cy="548700"/>
            </a:xfrm>
            <a:prstGeom prst="parallelogram">
              <a:avLst>
                <a:gd name="adj" fmla="val 153193"/>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2" name="Google Shape;82;p8"/>
            <p:cNvSpPr/>
            <p:nvPr/>
          </p:nvSpPr>
          <p:spPr>
            <a:xfrm>
              <a:off x="4093430" y="4383950"/>
              <a:ext cx="897600" cy="548700"/>
            </a:xfrm>
            <a:prstGeom prst="parallelogram">
              <a:avLst>
                <a:gd name="adj" fmla="val 153193"/>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3" name="Google Shape;83;p8"/>
            <p:cNvSpPr/>
            <p:nvPr/>
          </p:nvSpPr>
          <p:spPr>
            <a:xfrm>
              <a:off x="3961956" y="4383950"/>
              <a:ext cx="897600" cy="548700"/>
            </a:xfrm>
            <a:prstGeom prst="parallelogram">
              <a:avLst>
                <a:gd name="adj" fmla="val 153193"/>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84" name="Google Shape;84;p8"/>
          <p:cNvSpPr/>
          <p:nvPr/>
        </p:nvSpPr>
        <p:spPr>
          <a:xfrm>
            <a:off x="203225" y="206250"/>
            <a:ext cx="8737500" cy="4731000"/>
          </a:xfrm>
          <a:prstGeom prst="rect">
            <a:avLst/>
          </a:prstGeom>
          <a:solidFill>
            <a:schemeClr val="dk1"/>
          </a:solidFill>
          <a:ln>
            <a:noFill/>
          </a:ln>
          <a:effectLst>
            <a:outerShdw blurRad="228600" sx="101000" sy="101000" algn="ctr" rotWithShape="0">
              <a:srgbClr val="000000">
                <a:alpha val="4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85" name="Google Shape;85;p8"/>
          <p:cNvGrpSpPr/>
          <p:nvPr/>
        </p:nvGrpSpPr>
        <p:grpSpPr>
          <a:xfrm>
            <a:off x="34934" y="4522125"/>
            <a:ext cx="1593306" cy="617072"/>
            <a:chOff x="6917201" y="0"/>
            <a:chExt cx="2227777" cy="863400"/>
          </a:xfrm>
        </p:grpSpPr>
        <p:sp>
          <p:nvSpPr>
            <p:cNvPr id="86" name="Google Shape;86;p8"/>
            <p:cNvSpPr/>
            <p:nvPr/>
          </p:nvSpPr>
          <p:spPr>
            <a:xfrm>
              <a:off x="7641677" y="0"/>
              <a:ext cx="1503300" cy="863400"/>
            </a:xfrm>
            <a:prstGeom prst="parallelogram">
              <a:avLst>
                <a:gd name="adj" fmla="val 158024"/>
              </a:avLst>
            </a:pr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7" name="Google Shape;87;p8"/>
            <p:cNvSpPr/>
            <p:nvPr/>
          </p:nvSpPr>
          <p:spPr>
            <a:xfrm>
              <a:off x="7279439" y="0"/>
              <a:ext cx="1503300" cy="863400"/>
            </a:xfrm>
            <a:prstGeom prst="parallelogram">
              <a:avLst>
                <a:gd name="adj" fmla="val 158024"/>
              </a:avLst>
            </a:pr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8" name="Google Shape;88;p8"/>
            <p:cNvSpPr/>
            <p:nvPr/>
          </p:nvSpPr>
          <p:spPr>
            <a:xfrm>
              <a:off x="6917201" y="0"/>
              <a:ext cx="1503300" cy="863400"/>
            </a:xfrm>
            <a:prstGeom prst="parallelogram">
              <a:avLst>
                <a:gd name="adj" fmla="val 158024"/>
              </a:avLst>
            </a:pr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89" name="Google Shape;89;p8"/>
          <p:cNvGrpSpPr/>
          <p:nvPr/>
        </p:nvGrpSpPr>
        <p:grpSpPr>
          <a:xfrm>
            <a:off x="5886353" y="1243"/>
            <a:ext cx="3257455" cy="1261514"/>
            <a:chOff x="6917201" y="0"/>
            <a:chExt cx="2227777" cy="863400"/>
          </a:xfrm>
        </p:grpSpPr>
        <p:sp>
          <p:nvSpPr>
            <p:cNvPr id="90" name="Google Shape;90;p8"/>
            <p:cNvSpPr/>
            <p:nvPr/>
          </p:nvSpPr>
          <p:spPr>
            <a:xfrm>
              <a:off x="7641677" y="0"/>
              <a:ext cx="1503300" cy="863400"/>
            </a:xfrm>
            <a:prstGeom prst="parallelogram">
              <a:avLst>
                <a:gd name="adj" fmla="val 158024"/>
              </a:avLst>
            </a:pr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1" name="Google Shape;91;p8"/>
            <p:cNvSpPr/>
            <p:nvPr/>
          </p:nvSpPr>
          <p:spPr>
            <a:xfrm>
              <a:off x="7279439" y="0"/>
              <a:ext cx="1503300" cy="863400"/>
            </a:xfrm>
            <a:prstGeom prst="parallelogram">
              <a:avLst>
                <a:gd name="adj" fmla="val 158024"/>
              </a:avLst>
            </a:pr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2" name="Google Shape;92;p8"/>
            <p:cNvSpPr/>
            <p:nvPr/>
          </p:nvSpPr>
          <p:spPr>
            <a:xfrm>
              <a:off x="6917201" y="0"/>
              <a:ext cx="1503300" cy="863400"/>
            </a:xfrm>
            <a:prstGeom prst="parallelogram">
              <a:avLst>
                <a:gd name="adj" fmla="val 158024"/>
              </a:avLst>
            </a:pr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93" name="Google Shape;93;p8"/>
          <p:cNvSpPr txBox="1">
            <a:spLocks noGrp="1"/>
          </p:cNvSpPr>
          <p:nvPr>
            <p:ph type="title"/>
          </p:nvPr>
        </p:nvSpPr>
        <p:spPr>
          <a:xfrm>
            <a:off x="1393929" y="1301146"/>
            <a:ext cx="6366900" cy="2539200"/>
          </a:xfrm>
          <a:prstGeom prst="rect">
            <a:avLst/>
          </a:prstGeom>
        </p:spPr>
        <p:txBody>
          <a:bodyPr spcFirstLastPara="1" wrap="square" lIns="91425" tIns="91425" rIns="91425" bIns="91425" anchor="ctr" anchorCtr="0">
            <a:normAutofit/>
          </a:bodyPr>
          <a:lstStyle>
            <a:lvl1pPr lvl="0" algn="ctr">
              <a:spcBef>
                <a:spcPts val="0"/>
              </a:spcBef>
              <a:spcAft>
                <a:spcPts val="0"/>
              </a:spcAft>
              <a:buSzPts val="3200"/>
              <a:buNone/>
              <a:defRPr sz="3200"/>
            </a:lvl1pPr>
            <a:lvl2pPr lvl="1" algn="ctr">
              <a:spcBef>
                <a:spcPts val="0"/>
              </a:spcBef>
              <a:spcAft>
                <a:spcPts val="0"/>
              </a:spcAft>
              <a:buSzPts val="3200"/>
              <a:buNone/>
              <a:defRPr sz="3200"/>
            </a:lvl2pPr>
            <a:lvl3pPr lvl="2" algn="ctr">
              <a:spcBef>
                <a:spcPts val="0"/>
              </a:spcBef>
              <a:spcAft>
                <a:spcPts val="0"/>
              </a:spcAft>
              <a:buSzPts val="3200"/>
              <a:buNone/>
              <a:defRPr sz="3200"/>
            </a:lvl3pPr>
            <a:lvl4pPr lvl="3" algn="ctr">
              <a:spcBef>
                <a:spcPts val="0"/>
              </a:spcBef>
              <a:spcAft>
                <a:spcPts val="0"/>
              </a:spcAft>
              <a:buSzPts val="3200"/>
              <a:buNone/>
              <a:defRPr sz="3200"/>
            </a:lvl4pPr>
            <a:lvl5pPr lvl="4" algn="ctr">
              <a:spcBef>
                <a:spcPts val="0"/>
              </a:spcBef>
              <a:spcAft>
                <a:spcPts val="0"/>
              </a:spcAft>
              <a:buSzPts val="3200"/>
              <a:buNone/>
              <a:defRPr sz="3200"/>
            </a:lvl5pPr>
            <a:lvl6pPr lvl="5" algn="ctr">
              <a:spcBef>
                <a:spcPts val="0"/>
              </a:spcBef>
              <a:spcAft>
                <a:spcPts val="0"/>
              </a:spcAft>
              <a:buSzPts val="3200"/>
              <a:buNone/>
              <a:defRPr sz="3200"/>
            </a:lvl6pPr>
            <a:lvl7pPr lvl="6" algn="ctr">
              <a:spcBef>
                <a:spcPts val="0"/>
              </a:spcBef>
              <a:spcAft>
                <a:spcPts val="0"/>
              </a:spcAft>
              <a:buSzPts val="3200"/>
              <a:buNone/>
              <a:defRPr sz="3200"/>
            </a:lvl7pPr>
            <a:lvl8pPr lvl="7" algn="ctr">
              <a:spcBef>
                <a:spcPts val="0"/>
              </a:spcBef>
              <a:spcAft>
                <a:spcPts val="0"/>
              </a:spcAft>
              <a:buSzPts val="3200"/>
              <a:buNone/>
              <a:defRPr sz="3200"/>
            </a:lvl8pPr>
            <a:lvl9pPr lvl="8" algn="ctr">
              <a:spcBef>
                <a:spcPts val="0"/>
              </a:spcBef>
              <a:spcAft>
                <a:spcPts val="0"/>
              </a:spcAft>
              <a:buSzPts val="3200"/>
              <a:buNone/>
              <a:defRPr sz="3200"/>
            </a:lvl9pPr>
          </a:lstStyle>
          <a:p>
            <a:endParaRPr/>
          </a:p>
        </p:txBody>
      </p:sp>
      <p:sp>
        <p:nvSpPr>
          <p:cNvPr id="94" name="Google Shape;94;p8"/>
          <p:cNvSpPr txBox="1">
            <a:spLocks noGrp="1"/>
          </p:cNvSpPr>
          <p:nvPr>
            <p:ph type="sldNum" idx="12"/>
          </p:nvPr>
        </p:nvSpPr>
        <p:spPr>
          <a:xfrm>
            <a:off x="8390734" y="4543668"/>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Section title and description">
  <p:cSld name="SECTION_TITLE_AND_DESCRIPTION">
    <p:bg>
      <p:bgPr>
        <a:solidFill>
          <a:schemeClr val="dk2"/>
        </a:solidFill>
        <a:effectLst/>
      </p:bgPr>
    </p:bg>
    <p:spTree>
      <p:nvGrpSpPr>
        <p:cNvPr id="1" name="Shape 95"/>
        <p:cNvGrpSpPr/>
        <p:nvPr/>
      </p:nvGrpSpPr>
      <p:grpSpPr>
        <a:xfrm>
          <a:off x="0" y="0"/>
          <a:ext cx="0" cy="0"/>
          <a:chOff x="0" y="0"/>
          <a:chExt cx="0" cy="0"/>
        </a:xfrm>
      </p:grpSpPr>
      <p:sp>
        <p:nvSpPr>
          <p:cNvPr id="96" name="Google Shape;96;p9"/>
          <p:cNvSpPr/>
          <p:nvPr/>
        </p:nvSpPr>
        <p:spPr>
          <a:xfrm flipH="1">
            <a:off x="3582600" y="1550700"/>
            <a:ext cx="5561400" cy="3592800"/>
          </a:xfrm>
          <a:prstGeom prst="rtTriangle">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7" name="Google Shape;97;p9"/>
          <p:cNvSpPr/>
          <p:nvPr/>
        </p:nvSpPr>
        <p:spPr>
          <a:xfrm>
            <a:off x="31" y="2824500"/>
            <a:ext cx="7370400" cy="2319000"/>
          </a:xfrm>
          <a:prstGeom prst="rtTriangle">
            <a:avLst/>
          </a:pr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8" name="Google Shape;98;p9"/>
          <p:cNvSpPr/>
          <p:nvPr/>
        </p:nvSpPr>
        <p:spPr>
          <a:xfrm>
            <a:off x="203225" y="206250"/>
            <a:ext cx="8737500" cy="4731000"/>
          </a:xfrm>
          <a:prstGeom prst="rect">
            <a:avLst/>
          </a:prstGeom>
          <a:solidFill>
            <a:schemeClr val="dk1"/>
          </a:solidFill>
          <a:ln>
            <a:noFill/>
          </a:ln>
          <a:effectLst>
            <a:outerShdw blurRad="228600" sx="101000" sy="101000" algn="ctr" rotWithShape="0">
              <a:srgbClr val="000000">
                <a:alpha val="4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9" name="Google Shape;99;p9"/>
          <p:cNvSpPr txBox="1">
            <a:spLocks noGrp="1"/>
          </p:cNvSpPr>
          <p:nvPr>
            <p:ph type="title"/>
          </p:nvPr>
        </p:nvSpPr>
        <p:spPr>
          <a:xfrm>
            <a:off x="819150" y="845600"/>
            <a:ext cx="6424200" cy="705000"/>
          </a:xfrm>
          <a:prstGeom prst="rect">
            <a:avLst/>
          </a:prstGeom>
        </p:spPr>
        <p:txBody>
          <a:bodyPr spcFirstLastPara="1" wrap="square" lIns="91425" tIns="91425" rIns="91425" bIns="91425" anchor="t" anchorCtr="0">
            <a:normAutofit/>
          </a:bodyPr>
          <a:lstStyle>
            <a:lvl1pPr lvl="0">
              <a:spcBef>
                <a:spcPts val="0"/>
              </a:spcBef>
              <a:spcAft>
                <a:spcPts val="0"/>
              </a:spcAft>
              <a:buSzPts val="3000"/>
              <a:buNone/>
              <a:defRPr sz="3000"/>
            </a:lvl1pPr>
            <a:lvl2pPr lvl="1">
              <a:spcBef>
                <a:spcPts val="0"/>
              </a:spcBef>
              <a:spcAft>
                <a:spcPts val="0"/>
              </a:spcAft>
              <a:buSzPts val="3000"/>
              <a:buNone/>
              <a:defRPr sz="3000"/>
            </a:lvl2pPr>
            <a:lvl3pPr lvl="2">
              <a:spcBef>
                <a:spcPts val="0"/>
              </a:spcBef>
              <a:spcAft>
                <a:spcPts val="0"/>
              </a:spcAft>
              <a:buSzPts val="3000"/>
              <a:buNone/>
              <a:defRPr sz="3000"/>
            </a:lvl3pPr>
            <a:lvl4pPr lvl="3">
              <a:spcBef>
                <a:spcPts val="0"/>
              </a:spcBef>
              <a:spcAft>
                <a:spcPts val="0"/>
              </a:spcAft>
              <a:buSzPts val="3000"/>
              <a:buNone/>
              <a:defRPr sz="3000"/>
            </a:lvl4pPr>
            <a:lvl5pPr lvl="4">
              <a:spcBef>
                <a:spcPts val="0"/>
              </a:spcBef>
              <a:spcAft>
                <a:spcPts val="0"/>
              </a:spcAft>
              <a:buSzPts val="3000"/>
              <a:buNone/>
              <a:defRPr sz="3000"/>
            </a:lvl5pPr>
            <a:lvl6pPr lvl="5">
              <a:spcBef>
                <a:spcPts val="0"/>
              </a:spcBef>
              <a:spcAft>
                <a:spcPts val="0"/>
              </a:spcAft>
              <a:buSzPts val="3000"/>
              <a:buNone/>
              <a:defRPr sz="3000"/>
            </a:lvl6pPr>
            <a:lvl7pPr lvl="6">
              <a:spcBef>
                <a:spcPts val="0"/>
              </a:spcBef>
              <a:spcAft>
                <a:spcPts val="0"/>
              </a:spcAft>
              <a:buSzPts val="3000"/>
              <a:buNone/>
              <a:defRPr sz="3000"/>
            </a:lvl7pPr>
            <a:lvl8pPr lvl="7">
              <a:spcBef>
                <a:spcPts val="0"/>
              </a:spcBef>
              <a:spcAft>
                <a:spcPts val="0"/>
              </a:spcAft>
              <a:buSzPts val="3000"/>
              <a:buNone/>
              <a:defRPr sz="3000"/>
            </a:lvl8pPr>
            <a:lvl9pPr lvl="8">
              <a:spcBef>
                <a:spcPts val="0"/>
              </a:spcBef>
              <a:spcAft>
                <a:spcPts val="0"/>
              </a:spcAft>
              <a:buSzPts val="3000"/>
              <a:buNone/>
              <a:defRPr sz="3000"/>
            </a:lvl9pPr>
          </a:lstStyle>
          <a:p>
            <a:endParaRPr/>
          </a:p>
        </p:txBody>
      </p:sp>
      <p:sp>
        <p:nvSpPr>
          <p:cNvPr id="100" name="Google Shape;100;p9"/>
          <p:cNvSpPr txBox="1">
            <a:spLocks noGrp="1"/>
          </p:cNvSpPr>
          <p:nvPr>
            <p:ph type="subTitle" idx="1"/>
          </p:nvPr>
        </p:nvSpPr>
        <p:spPr>
          <a:xfrm>
            <a:off x="819150" y="1550700"/>
            <a:ext cx="5859900" cy="393600"/>
          </a:xfrm>
          <a:prstGeom prst="rect">
            <a:avLst/>
          </a:prstGeom>
        </p:spPr>
        <p:txBody>
          <a:bodyPr spcFirstLastPara="1" wrap="square" lIns="91425" tIns="91425" rIns="91425" bIns="91425" anchor="t" anchorCtr="0">
            <a:normAutofit/>
          </a:bodyPr>
          <a:lstStyle>
            <a:lvl1pPr lvl="0">
              <a:lnSpc>
                <a:spcPct val="100000"/>
              </a:lnSpc>
              <a:spcBef>
                <a:spcPts val="0"/>
              </a:spcBef>
              <a:spcAft>
                <a:spcPts val="0"/>
              </a:spcAft>
              <a:buClr>
                <a:schemeClr val="lt1"/>
              </a:buClr>
              <a:buSzPts val="1600"/>
              <a:buNone/>
              <a:defRPr sz="1600">
                <a:solidFill>
                  <a:schemeClr val="lt1"/>
                </a:solidFill>
              </a:defRPr>
            </a:lvl1pPr>
            <a:lvl2pPr lvl="1">
              <a:lnSpc>
                <a:spcPct val="100000"/>
              </a:lnSpc>
              <a:spcBef>
                <a:spcPts val="0"/>
              </a:spcBef>
              <a:spcAft>
                <a:spcPts val="0"/>
              </a:spcAft>
              <a:buClr>
                <a:schemeClr val="lt1"/>
              </a:buClr>
              <a:buSzPts val="1600"/>
              <a:buNone/>
              <a:defRPr sz="1600">
                <a:solidFill>
                  <a:schemeClr val="lt1"/>
                </a:solidFill>
              </a:defRPr>
            </a:lvl2pPr>
            <a:lvl3pPr lvl="2">
              <a:lnSpc>
                <a:spcPct val="100000"/>
              </a:lnSpc>
              <a:spcBef>
                <a:spcPts val="0"/>
              </a:spcBef>
              <a:spcAft>
                <a:spcPts val="0"/>
              </a:spcAft>
              <a:buClr>
                <a:schemeClr val="lt1"/>
              </a:buClr>
              <a:buSzPts val="1600"/>
              <a:buNone/>
              <a:defRPr sz="1600">
                <a:solidFill>
                  <a:schemeClr val="lt1"/>
                </a:solidFill>
              </a:defRPr>
            </a:lvl3pPr>
            <a:lvl4pPr lvl="3">
              <a:lnSpc>
                <a:spcPct val="100000"/>
              </a:lnSpc>
              <a:spcBef>
                <a:spcPts val="0"/>
              </a:spcBef>
              <a:spcAft>
                <a:spcPts val="0"/>
              </a:spcAft>
              <a:buClr>
                <a:schemeClr val="lt1"/>
              </a:buClr>
              <a:buSzPts val="1600"/>
              <a:buNone/>
              <a:defRPr sz="1600">
                <a:solidFill>
                  <a:schemeClr val="lt1"/>
                </a:solidFill>
              </a:defRPr>
            </a:lvl4pPr>
            <a:lvl5pPr lvl="4">
              <a:lnSpc>
                <a:spcPct val="100000"/>
              </a:lnSpc>
              <a:spcBef>
                <a:spcPts val="0"/>
              </a:spcBef>
              <a:spcAft>
                <a:spcPts val="0"/>
              </a:spcAft>
              <a:buClr>
                <a:schemeClr val="lt1"/>
              </a:buClr>
              <a:buSzPts val="1600"/>
              <a:buNone/>
              <a:defRPr sz="1600">
                <a:solidFill>
                  <a:schemeClr val="lt1"/>
                </a:solidFill>
              </a:defRPr>
            </a:lvl5pPr>
            <a:lvl6pPr lvl="5">
              <a:lnSpc>
                <a:spcPct val="100000"/>
              </a:lnSpc>
              <a:spcBef>
                <a:spcPts val="0"/>
              </a:spcBef>
              <a:spcAft>
                <a:spcPts val="0"/>
              </a:spcAft>
              <a:buClr>
                <a:schemeClr val="lt1"/>
              </a:buClr>
              <a:buSzPts val="1600"/>
              <a:buNone/>
              <a:defRPr sz="1600">
                <a:solidFill>
                  <a:schemeClr val="lt1"/>
                </a:solidFill>
              </a:defRPr>
            </a:lvl6pPr>
            <a:lvl7pPr lvl="6">
              <a:lnSpc>
                <a:spcPct val="100000"/>
              </a:lnSpc>
              <a:spcBef>
                <a:spcPts val="0"/>
              </a:spcBef>
              <a:spcAft>
                <a:spcPts val="0"/>
              </a:spcAft>
              <a:buClr>
                <a:schemeClr val="lt1"/>
              </a:buClr>
              <a:buSzPts val="1600"/>
              <a:buNone/>
              <a:defRPr sz="1600">
                <a:solidFill>
                  <a:schemeClr val="lt1"/>
                </a:solidFill>
              </a:defRPr>
            </a:lvl7pPr>
            <a:lvl8pPr lvl="7">
              <a:lnSpc>
                <a:spcPct val="100000"/>
              </a:lnSpc>
              <a:spcBef>
                <a:spcPts val="0"/>
              </a:spcBef>
              <a:spcAft>
                <a:spcPts val="0"/>
              </a:spcAft>
              <a:buClr>
                <a:schemeClr val="lt1"/>
              </a:buClr>
              <a:buSzPts val="1600"/>
              <a:buNone/>
              <a:defRPr sz="1600">
                <a:solidFill>
                  <a:schemeClr val="lt1"/>
                </a:solidFill>
              </a:defRPr>
            </a:lvl8pPr>
            <a:lvl9pPr lvl="8">
              <a:lnSpc>
                <a:spcPct val="100000"/>
              </a:lnSpc>
              <a:spcBef>
                <a:spcPts val="0"/>
              </a:spcBef>
              <a:spcAft>
                <a:spcPts val="0"/>
              </a:spcAft>
              <a:buClr>
                <a:schemeClr val="lt1"/>
              </a:buClr>
              <a:buSzPts val="1600"/>
              <a:buNone/>
              <a:defRPr sz="1600">
                <a:solidFill>
                  <a:schemeClr val="lt1"/>
                </a:solidFill>
              </a:defRPr>
            </a:lvl9pPr>
          </a:lstStyle>
          <a:p>
            <a:endParaRPr/>
          </a:p>
        </p:txBody>
      </p:sp>
      <p:sp>
        <p:nvSpPr>
          <p:cNvPr id="101" name="Google Shape;101;p9"/>
          <p:cNvSpPr txBox="1">
            <a:spLocks noGrp="1"/>
          </p:cNvSpPr>
          <p:nvPr>
            <p:ph type="body" idx="2"/>
          </p:nvPr>
        </p:nvSpPr>
        <p:spPr>
          <a:xfrm>
            <a:off x="819150" y="2467050"/>
            <a:ext cx="5859900" cy="2095500"/>
          </a:xfrm>
          <a:prstGeom prst="rect">
            <a:avLst/>
          </a:prstGeom>
        </p:spPr>
        <p:txBody>
          <a:bodyPr spcFirstLastPara="1" wrap="square" lIns="91425" tIns="91425" rIns="91425" bIns="91425" anchor="t" anchorCtr="0">
            <a:normAutofit/>
          </a:bodyPr>
          <a:lstStyle>
            <a:lvl1pPr marL="457200" lvl="0" indent="-311150">
              <a:spcBef>
                <a:spcPts val="0"/>
              </a:spcBef>
              <a:spcAft>
                <a:spcPts val="0"/>
              </a:spcAft>
              <a:buSzPts val="1300"/>
              <a:buChar char="●"/>
              <a:defRPr/>
            </a:lvl1pPr>
            <a:lvl2pPr marL="914400" lvl="1" indent="-298450">
              <a:spcBef>
                <a:spcPts val="0"/>
              </a:spcBef>
              <a:spcAft>
                <a:spcPts val="0"/>
              </a:spcAft>
              <a:buSzPts val="1100"/>
              <a:buChar char="○"/>
              <a:defRPr/>
            </a:lvl2pPr>
            <a:lvl3pPr marL="1371600" lvl="2" indent="-298450">
              <a:spcBef>
                <a:spcPts val="0"/>
              </a:spcBef>
              <a:spcAft>
                <a:spcPts val="0"/>
              </a:spcAft>
              <a:buSzPts val="1100"/>
              <a:buChar char="■"/>
              <a:defRPr/>
            </a:lvl3pPr>
            <a:lvl4pPr marL="1828800" lvl="3" indent="-298450">
              <a:spcBef>
                <a:spcPts val="0"/>
              </a:spcBef>
              <a:spcAft>
                <a:spcPts val="0"/>
              </a:spcAft>
              <a:buSzPts val="1100"/>
              <a:buChar char="●"/>
              <a:defRPr/>
            </a:lvl4pPr>
            <a:lvl5pPr marL="2286000" lvl="4" indent="-298450">
              <a:spcBef>
                <a:spcPts val="0"/>
              </a:spcBef>
              <a:spcAft>
                <a:spcPts val="0"/>
              </a:spcAft>
              <a:buSzPts val="1100"/>
              <a:buChar char="○"/>
              <a:defRPr/>
            </a:lvl5pPr>
            <a:lvl6pPr marL="2743200" lvl="5" indent="-298450">
              <a:spcBef>
                <a:spcPts val="0"/>
              </a:spcBef>
              <a:spcAft>
                <a:spcPts val="0"/>
              </a:spcAft>
              <a:buSzPts val="1100"/>
              <a:buChar char="■"/>
              <a:defRPr/>
            </a:lvl6pPr>
            <a:lvl7pPr marL="3200400" lvl="6" indent="-298450">
              <a:spcBef>
                <a:spcPts val="0"/>
              </a:spcBef>
              <a:spcAft>
                <a:spcPts val="0"/>
              </a:spcAft>
              <a:buSzPts val="1100"/>
              <a:buChar char="●"/>
              <a:defRPr/>
            </a:lvl7pPr>
            <a:lvl8pPr marL="3657600" lvl="7" indent="-298450">
              <a:spcBef>
                <a:spcPts val="0"/>
              </a:spcBef>
              <a:spcAft>
                <a:spcPts val="0"/>
              </a:spcAft>
              <a:buSzPts val="1100"/>
              <a:buChar char="○"/>
              <a:defRPr/>
            </a:lvl8pPr>
            <a:lvl9pPr marL="4114800" lvl="8" indent="-298450">
              <a:spcBef>
                <a:spcPts val="0"/>
              </a:spcBef>
              <a:spcAft>
                <a:spcPts val="0"/>
              </a:spcAft>
              <a:buSzPts val="1100"/>
              <a:buChar char="■"/>
              <a:defRPr/>
            </a:lvl9pPr>
          </a:lstStyle>
          <a:p>
            <a:endParaRPr/>
          </a:p>
        </p:txBody>
      </p:sp>
      <p:sp>
        <p:nvSpPr>
          <p:cNvPr id="102" name="Google Shape;102;p9"/>
          <p:cNvSpPr txBox="1">
            <a:spLocks noGrp="1"/>
          </p:cNvSpPr>
          <p:nvPr>
            <p:ph type="sldNum" idx="12"/>
          </p:nvPr>
        </p:nvSpPr>
        <p:spPr>
          <a:xfrm>
            <a:off x="8390734" y="4543668"/>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Caption">
  <p:cSld name="CAPTION_ONLY">
    <p:bg>
      <p:bgPr>
        <a:solidFill>
          <a:schemeClr val="accent1"/>
        </a:solidFill>
        <a:effectLst/>
      </p:bgPr>
    </p:bg>
    <p:spTree>
      <p:nvGrpSpPr>
        <p:cNvPr id="1" name="Shape 103"/>
        <p:cNvGrpSpPr/>
        <p:nvPr/>
      </p:nvGrpSpPr>
      <p:grpSpPr>
        <a:xfrm>
          <a:off x="0" y="0"/>
          <a:ext cx="0" cy="0"/>
          <a:chOff x="0" y="0"/>
          <a:chExt cx="0" cy="0"/>
        </a:xfrm>
      </p:grpSpPr>
      <p:sp>
        <p:nvSpPr>
          <p:cNvPr id="104" name="Google Shape;104;p10"/>
          <p:cNvSpPr/>
          <p:nvPr/>
        </p:nvSpPr>
        <p:spPr>
          <a:xfrm>
            <a:off x="31" y="2824500"/>
            <a:ext cx="7370400" cy="2319000"/>
          </a:xfrm>
          <a:prstGeom prst="rtTriangle">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5" name="Google Shape;105;p10"/>
          <p:cNvSpPr/>
          <p:nvPr/>
        </p:nvSpPr>
        <p:spPr>
          <a:xfrm flipH="1">
            <a:off x="3582600" y="1550700"/>
            <a:ext cx="5561400" cy="3592800"/>
          </a:xfrm>
          <a:prstGeom prst="rtTriangle">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6" name="Google Shape;106;p10"/>
          <p:cNvSpPr/>
          <p:nvPr/>
        </p:nvSpPr>
        <p:spPr>
          <a:xfrm>
            <a:off x="203225" y="206250"/>
            <a:ext cx="8737500" cy="4731000"/>
          </a:xfrm>
          <a:prstGeom prst="rect">
            <a:avLst/>
          </a:prstGeom>
          <a:solidFill>
            <a:schemeClr val="dk1"/>
          </a:solidFill>
          <a:ln>
            <a:noFill/>
          </a:ln>
          <a:effectLst>
            <a:outerShdw blurRad="228600" sx="101000" sy="101000" algn="ctr" rotWithShape="0">
              <a:srgbClr val="000000">
                <a:alpha val="4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7" name="Google Shape;107;p10"/>
          <p:cNvSpPr txBox="1">
            <a:spLocks noGrp="1"/>
          </p:cNvSpPr>
          <p:nvPr>
            <p:ph type="body" idx="1"/>
          </p:nvPr>
        </p:nvSpPr>
        <p:spPr>
          <a:xfrm>
            <a:off x="328025" y="4163500"/>
            <a:ext cx="7415100" cy="605100"/>
          </a:xfrm>
          <a:prstGeom prst="rect">
            <a:avLst/>
          </a:prstGeom>
        </p:spPr>
        <p:txBody>
          <a:bodyPr spcFirstLastPara="1" wrap="square" lIns="91425" tIns="91425" rIns="91425" bIns="91425" anchor="b" anchorCtr="0">
            <a:normAutofit/>
          </a:bodyPr>
          <a:lstStyle>
            <a:lvl1pPr marL="457200" lvl="0" indent="-228600">
              <a:lnSpc>
                <a:spcPct val="100000"/>
              </a:lnSpc>
              <a:spcBef>
                <a:spcPts val="0"/>
              </a:spcBef>
              <a:spcAft>
                <a:spcPts val="0"/>
              </a:spcAft>
              <a:buSzPts val="1300"/>
              <a:buNone/>
              <a:defRPr/>
            </a:lvl1pPr>
          </a:lstStyle>
          <a:p>
            <a:endParaRPr/>
          </a:p>
        </p:txBody>
      </p:sp>
      <p:sp>
        <p:nvSpPr>
          <p:cNvPr id="108" name="Google Shape;108;p10"/>
          <p:cNvSpPr txBox="1">
            <a:spLocks noGrp="1"/>
          </p:cNvSpPr>
          <p:nvPr>
            <p:ph type="sldNum" idx="12"/>
          </p:nvPr>
        </p:nvSpPr>
        <p:spPr>
          <a:xfrm>
            <a:off x="8390734" y="4543668"/>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Big number">
  <p:cSld name="BIG_NUMBER">
    <p:bg>
      <p:bgPr>
        <a:solidFill>
          <a:schemeClr val="accent3"/>
        </a:solidFill>
        <a:effectLst/>
      </p:bgPr>
    </p:bg>
    <p:spTree>
      <p:nvGrpSpPr>
        <p:cNvPr id="1" name="Shape 109"/>
        <p:cNvGrpSpPr/>
        <p:nvPr/>
      </p:nvGrpSpPr>
      <p:grpSpPr>
        <a:xfrm>
          <a:off x="0" y="0"/>
          <a:ext cx="0" cy="0"/>
          <a:chOff x="0" y="0"/>
          <a:chExt cx="0" cy="0"/>
        </a:xfrm>
      </p:grpSpPr>
      <p:sp>
        <p:nvSpPr>
          <p:cNvPr id="110" name="Google Shape;110;p11"/>
          <p:cNvSpPr/>
          <p:nvPr/>
        </p:nvSpPr>
        <p:spPr>
          <a:xfrm flipH="1">
            <a:off x="5569200" y="2834075"/>
            <a:ext cx="3574800" cy="2309400"/>
          </a:xfrm>
          <a:prstGeom prst="rtTriangle">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111" name="Google Shape;111;p11"/>
          <p:cNvGrpSpPr/>
          <p:nvPr/>
        </p:nvGrpSpPr>
        <p:grpSpPr>
          <a:xfrm>
            <a:off x="5959222" y="4119576"/>
            <a:ext cx="2520952" cy="1024165"/>
            <a:chOff x="6917201" y="0"/>
            <a:chExt cx="2227777" cy="863400"/>
          </a:xfrm>
        </p:grpSpPr>
        <p:sp>
          <p:nvSpPr>
            <p:cNvPr id="112" name="Google Shape;112;p11"/>
            <p:cNvSpPr/>
            <p:nvPr/>
          </p:nvSpPr>
          <p:spPr>
            <a:xfrm>
              <a:off x="7641677" y="0"/>
              <a:ext cx="1503300" cy="863400"/>
            </a:xfrm>
            <a:prstGeom prst="parallelogram">
              <a:avLst>
                <a:gd name="adj" fmla="val 158024"/>
              </a:avLst>
            </a:pr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3" name="Google Shape;113;p11"/>
            <p:cNvSpPr/>
            <p:nvPr/>
          </p:nvSpPr>
          <p:spPr>
            <a:xfrm>
              <a:off x="7279439" y="0"/>
              <a:ext cx="1503300" cy="863400"/>
            </a:xfrm>
            <a:prstGeom prst="parallelogram">
              <a:avLst>
                <a:gd name="adj" fmla="val 158024"/>
              </a:avLst>
            </a:pr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4" name="Google Shape;114;p11"/>
            <p:cNvSpPr/>
            <p:nvPr/>
          </p:nvSpPr>
          <p:spPr>
            <a:xfrm>
              <a:off x="6917201" y="0"/>
              <a:ext cx="1503300" cy="863400"/>
            </a:xfrm>
            <a:prstGeom prst="parallelogram">
              <a:avLst>
                <a:gd name="adj" fmla="val 158024"/>
              </a:avLst>
            </a:pr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15" name="Google Shape;115;p11"/>
          <p:cNvGrpSpPr/>
          <p:nvPr/>
        </p:nvGrpSpPr>
        <p:grpSpPr>
          <a:xfrm>
            <a:off x="199149" y="2"/>
            <a:ext cx="2795414" cy="1083308"/>
            <a:chOff x="6917201" y="0"/>
            <a:chExt cx="2227777" cy="863400"/>
          </a:xfrm>
        </p:grpSpPr>
        <p:sp>
          <p:nvSpPr>
            <p:cNvPr id="116" name="Google Shape;116;p11"/>
            <p:cNvSpPr/>
            <p:nvPr/>
          </p:nvSpPr>
          <p:spPr>
            <a:xfrm>
              <a:off x="7641677" y="0"/>
              <a:ext cx="1503300" cy="863400"/>
            </a:xfrm>
            <a:prstGeom prst="parallelogram">
              <a:avLst>
                <a:gd name="adj" fmla="val 158024"/>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7" name="Google Shape;117;p11"/>
            <p:cNvSpPr/>
            <p:nvPr/>
          </p:nvSpPr>
          <p:spPr>
            <a:xfrm>
              <a:off x="7279439" y="0"/>
              <a:ext cx="1503300" cy="863400"/>
            </a:xfrm>
            <a:prstGeom prst="parallelogram">
              <a:avLst>
                <a:gd name="adj" fmla="val 158024"/>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8" name="Google Shape;118;p11"/>
            <p:cNvSpPr/>
            <p:nvPr/>
          </p:nvSpPr>
          <p:spPr>
            <a:xfrm>
              <a:off x="6917201" y="0"/>
              <a:ext cx="1503300" cy="863400"/>
            </a:xfrm>
            <a:prstGeom prst="parallelogram">
              <a:avLst>
                <a:gd name="adj" fmla="val 158024"/>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119" name="Google Shape;119;p11"/>
          <p:cNvSpPr txBox="1">
            <a:spLocks noGrp="1"/>
          </p:cNvSpPr>
          <p:nvPr>
            <p:ph type="title" hasCustomPrompt="1"/>
          </p:nvPr>
        </p:nvSpPr>
        <p:spPr>
          <a:xfrm>
            <a:off x="1385850" y="1383850"/>
            <a:ext cx="6372300" cy="1379700"/>
          </a:xfrm>
          <a:prstGeom prst="rect">
            <a:avLst/>
          </a:prstGeom>
        </p:spPr>
        <p:txBody>
          <a:bodyPr spcFirstLastPara="1" wrap="square" lIns="91425" tIns="91425" rIns="91425" bIns="91425" anchor="ctr" anchorCtr="0">
            <a:normAutofit/>
          </a:bodyPr>
          <a:lstStyle>
            <a:lvl1pPr lvl="0" algn="ctr">
              <a:spcBef>
                <a:spcPts val="0"/>
              </a:spcBef>
              <a:spcAft>
                <a:spcPts val="0"/>
              </a:spcAft>
              <a:buClr>
                <a:schemeClr val="dk2"/>
              </a:buClr>
              <a:buSzPts val="8600"/>
              <a:buNone/>
              <a:defRPr sz="8600">
                <a:solidFill>
                  <a:schemeClr val="dk2"/>
                </a:solidFill>
              </a:defRPr>
            </a:lvl1pPr>
            <a:lvl2pPr lvl="1" algn="ctr">
              <a:spcBef>
                <a:spcPts val="0"/>
              </a:spcBef>
              <a:spcAft>
                <a:spcPts val="0"/>
              </a:spcAft>
              <a:buClr>
                <a:schemeClr val="dk2"/>
              </a:buClr>
              <a:buSzPts val="8600"/>
              <a:buNone/>
              <a:defRPr sz="8600">
                <a:solidFill>
                  <a:schemeClr val="dk2"/>
                </a:solidFill>
              </a:defRPr>
            </a:lvl2pPr>
            <a:lvl3pPr lvl="2" algn="ctr">
              <a:spcBef>
                <a:spcPts val="0"/>
              </a:spcBef>
              <a:spcAft>
                <a:spcPts val="0"/>
              </a:spcAft>
              <a:buClr>
                <a:schemeClr val="dk2"/>
              </a:buClr>
              <a:buSzPts val="8600"/>
              <a:buNone/>
              <a:defRPr sz="8600">
                <a:solidFill>
                  <a:schemeClr val="dk2"/>
                </a:solidFill>
              </a:defRPr>
            </a:lvl3pPr>
            <a:lvl4pPr lvl="3" algn="ctr">
              <a:spcBef>
                <a:spcPts val="0"/>
              </a:spcBef>
              <a:spcAft>
                <a:spcPts val="0"/>
              </a:spcAft>
              <a:buClr>
                <a:schemeClr val="dk2"/>
              </a:buClr>
              <a:buSzPts val="8600"/>
              <a:buNone/>
              <a:defRPr sz="8600">
                <a:solidFill>
                  <a:schemeClr val="dk2"/>
                </a:solidFill>
              </a:defRPr>
            </a:lvl4pPr>
            <a:lvl5pPr lvl="4" algn="ctr">
              <a:spcBef>
                <a:spcPts val="0"/>
              </a:spcBef>
              <a:spcAft>
                <a:spcPts val="0"/>
              </a:spcAft>
              <a:buClr>
                <a:schemeClr val="dk2"/>
              </a:buClr>
              <a:buSzPts val="8600"/>
              <a:buNone/>
              <a:defRPr sz="8600">
                <a:solidFill>
                  <a:schemeClr val="dk2"/>
                </a:solidFill>
              </a:defRPr>
            </a:lvl5pPr>
            <a:lvl6pPr lvl="5" algn="ctr">
              <a:spcBef>
                <a:spcPts val="0"/>
              </a:spcBef>
              <a:spcAft>
                <a:spcPts val="0"/>
              </a:spcAft>
              <a:buClr>
                <a:schemeClr val="dk2"/>
              </a:buClr>
              <a:buSzPts val="8600"/>
              <a:buNone/>
              <a:defRPr sz="8600">
                <a:solidFill>
                  <a:schemeClr val="dk2"/>
                </a:solidFill>
              </a:defRPr>
            </a:lvl6pPr>
            <a:lvl7pPr lvl="6" algn="ctr">
              <a:spcBef>
                <a:spcPts val="0"/>
              </a:spcBef>
              <a:spcAft>
                <a:spcPts val="0"/>
              </a:spcAft>
              <a:buClr>
                <a:schemeClr val="dk2"/>
              </a:buClr>
              <a:buSzPts val="8600"/>
              <a:buNone/>
              <a:defRPr sz="8600">
                <a:solidFill>
                  <a:schemeClr val="dk2"/>
                </a:solidFill>
              </a:defRPr>
            </a:lvl7pPr>
            <a:lvl8pPr lvl="7" algn="ctr">
              <a:spcBef>
                <a:spcPts val="0"/>
              </a:spcBef>
              <a:spcAft>
                <a:spcPts val="0"/>
              </a:spcAft>
              <a:buClr>
                <a:schemeClr val="dk2"/>
              </a:buClr>
              <a:buSzPts val="8600"/>
              <a:buNone/>
              <a:defRPr sz="8600">
                <a:solidFill>
                  <a:schemeClr val="dk2"/>
                </a:solidFill>
              </a:defRPr>
            </a:lvl8pPr>
            <a:lvl9pPr lvl="8" algn="ctr">
              <a:spcBef>
                <a:spcPts val="0"/>
              </a:spcBef>
              <a:spcAft>
                <a:spcPts val="0"/>
              </a:spcAft>
              <a:buClr>
                <a:schemeClr val="dk2"/>
              </a:buClr>
              <a:buSzPts val="8600"/>
              <a:buNone/>
              <a:defRPr sz="8600">
                <a:solidFill>
                  <a:schemeClr val="dk2"/>
                </a:solidFill>
              </a:defRPr>
            </a:lvl9pPr>
          </a:lstStyle>
          <a:p>
            <a:r>
              <a:t>xx%</a:t>
            </a:r>
          </a:p>
        </p:txBody>
      </p:sp>
      <p:sp>
        <p:nvSpPr>
          <p:cNvPr id="120" name="Google Shape;120;p11"/>
          <p:cNvSpPr txBox="1">
            <a:spLocks noGrp="1"/>
          </p:cNvSpPr>
          <p:nvPr>
            <p:ph type="body" idx="1"/>
          </p:nvPr>
        </p:nvSpPr>
        <p:spPr>
          <a:xfrm>
            <a:off x="1385850" y="2863850"/>
            <a:ext cx="6372300" cy="641100"/>
          </a:xfrm>
          <a:prstGeom prst="rect">
            <a:avLst/>
          </a:prstGeom>
        </p:spPr>
        <p:txBody>
          <a:bodyPr spcFirstLastPara="1" wrap="square" lIns="91425" tIns="91425" rIns="91425" bIns="91425" anchor="t" anchorCtr="0">
            <a:normAutofit/>
          </a:bodyPr>
          <a:lstStyle>
            <a:lvl1pPr marL="457200" lvl="0" indent="-311150" algn="ctr">
              <a:spcBef>
                <a:spcPts val="0"/>
              </a:spcBef>
              <a:spcAft>
                <a:spcPts val="0"/>
              </a:spcAft>
              <a:buSzPts val="1300"/>
              <a:buChar char="●"/>
              <a:defRPr/>
            </a:lvl1pPr>
            <a:lvl2pPr marL="914400" lvl="1" indent="-298450" algn="ctr">
              <a:spcBef>
                <a:spcPts val="0"/>
              </a:spcBef>
              <a:spcAft>
                <a:spcPts val="0"/>
              </a:spcAft>
              <a:buSzPts val="1100"/>
              <a:buChar char="○"/>
              <a:defRPr/>
            </a:lvl2pPr>
            <a:lvl3pPr marL="1371600" lvl="2" indent="-298450" algn="ctr">
              <a:spcBef>
                <a:spcPts val="0"/>
              </a:spcBef>
              <a:spcAft>
                <a:spcPts val="0"/>
              </a:spcAft>
              <a:buSzPts val="1100"/>
              <a:buChar char="■"/>
              <a:defRPr/>
            </a:lvl3pPr>
            <a:lvl4pPr marL="1828800" lvl="3" indent="-298450" algn="ctr">
              <a:spcBef>
                <a:spcPts val="0"/>
              </a:spcBef>
              <a:spcAft>
                <a:spcPts val="0"/>
              </a:spcAft>
              <a:buSzPts val="1100"/>
              <a:buChar char="●"/>
              <a:defRPr/>
            </a:lvl4pPr>
            <a:lvl5pPr marL="2286000" lvl="4" indent="-298450" algn="ctr">
              <a:spcBef>
                <a:spcPts val="0"/>
              </a:spcBef>
              <a:spcAft>
                <a:spcPts val="0"/>
              </a:spcAft>
              <a:buSzPts val="1100"/>
              <a:buChar char="○"/>
              <a:defRPr/>
            </a:lvl5pPr>
            <a:lvl6pPr marL="2743200" lvl="5" indent="-298450" algn="ctr">
              <a:spcBef>
                <a:spcPts val="0"/>
              </a:spcBef>
              <a:spcAft>
                <a:spcPts val="0"/>
              </a:spcAft>
              <a:buSzPts val="1100"/>
              <a:buChar char="■"/>
              <a:defRPr/>
            </a:lvl6pPr>
            <a:lvl7pPr marL="3200400" lvl="6" indent="-298450" algn="ctr">
              <a:spcBef>
                <a:spcPts val="0"/>
              </a:spcBef>
              <a:spcAft>
                <a:spcPts val="0"/>
              </a:spcAft>
              <a:buSzPts val="1100"/>
              <a:buChar char="●"/>
              <a:defRPr/>
            </a:lvl7pPr>
            <a:lvl8pPr marL="3657600" lvl="7" indent="-298450" algn="ctr">
              <a:spcBef>
                <a:spcPts val="0"/>
              </a:spcBef>
              <a:spcAft>
                <a:spcPts val="0"/>
              </a:spcAft>
              <a:buSzPts val="1100"/>
              <a:buChar char="○"/>
              <a:defRPr/>
            </a:lvl8pPr>
            <a:lvl9pPr marL="4114800" lvl="8" indent="-298450" algn="ctr">
              <a:spcBef>
                <a:spcPts val="0"/>
              </a:spcBef>
              <a:spcAft>
                <a:spcPts val="0"/>
              </a:spcAft>
              <a:buSzPts val="1100"/>
              <a:buChar char="■"/>
              <a:defRPr/>
            </a:lvl9pPr>
          </a:lstStyle>
          <a:p>
            <a:endParaRPr/>
          </a:p>
        </p:txBody>
      </p:sp>
      <p:sp>
        <p:nvSpPr>
          <p:cNvPr id="121" name="Google Shape;121;p11"/>
          <p:cNvSpPr txBox="1">
            <a:spLocks noGrp="1"/>
          </p:cNvSpPr>
          <p:nvPr>
            <p:ph type="sldNum" idx="12"/>
          </p:nvPr>
        </p:nvSpPr>
        <p:spPr>
          <a:xfrm>
            <a:off x="8390734" y="4543668"/>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122"/>
        <p:cNvGrpSpPr/>
        <p:nvPr/>
      </p:nvGrpSpPr>
      <p:grpSpPr>
        <a:xfrm>
          <a:off x="0" y="0"/>
          <a:ext cx="0" cy="0"/>
          <a:chOff x="0" y="0"/>
          <a:chExt cx="0" cy="0"/>
        </a:xfrm>
      </p:grpSpPr>
      <p:sp>
        <p:nvSpPr>
          <p:cNvPr id="123" name="Google Shape;123;p12"/>
          <p:cNvSpPr txBox="1">
            <a:spLocks noGrp="1"/>
          </p:cNvSpPr>
          <p:nvPr>
            <p:ph type="sldNum" idx="12"/>
          </p:nvPr>
        </p:nvSpPr>
        <p:spPr>
          <a:xfrm>
            <a:off x="8390734" y="4543668"/>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shift">
    <p:bg>
      <p:bgPr>
        <a:solidFill>
          <a:schemeClr val="dk1"/>
        </a:solid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311700" y="445025"/>
            <a:ext cx="8520600" cy="572700"/>
          </a:xfrm>
          <a:prstGeom prst="rect">
            <a:avLst/>
          </a:prstGeom>
          <a:noFill/>
          <a:ln>
            <a:noFill/>
          </a:ln>
        </p:spPr>
        <p:txBody>
          <a:bodyPr spcFirstLastPara="1" wrap="square" lIns="91425" tIns="91425" rIns="91425" bIns="91425" anchor="t" anchorCtr="0">
            <a:normAutofit/>
          </a:bodyPr>
          <a:lstStyle>
            <a:lvl1pPr lvl="0">
              <a:spcBef>
                <a:spcPts val="0"/>
              </a:spcBef>
              <a:spcAft>
                <a:spcPts val="0"/>
              </a:spcAft>
              <a:buClr>
                <a:schemeClr val="lt1"/>
              </a:buClr>
              <a:buSzPts val="2800"/>
              <a:buFont typeface="Nunito"/>
              <a:buNone/>
              <a:defRPr sz="2800">
                <a:solidFill>
                  <a:schemeClr val="lt1"/>
                </a:solidFill>
                <a:latin typeface="Nunito"/>
                <a:ea typeface="Nunito"/>
                <a:cs typeface="Nunito"/>
                <a:sym typeface="Nunito"/>
              </a:defRPr>
            </a:lvl1pPr>
            <a:lvl2pPr lvl="1">
              <a:spcBef>
                <a:spcPts val="0"/>
              </a:spcBef>
              <a:spcAft>
                <a:spcPts val="0"/>
              </a:spcAft>
              <a:buClr>
                <a:schemeClr val="lt1"/>
              </a:buClr>
              <a:buSzPts val="2800"/>
              <a:buFont typeface="Nunito"/>
              <a:buNone/>
              <a:defRPr sz="2800">
                <a:solidFill>
                  <a:schemeClr val="lt1"/>
                </a:solidFill>
                <a:latin typeface="Nunito"/>
                <a:ea typeface="Nunito"/>
                <a:cs typeface="Nunito"/>
                <a:sym typeface="Nunito"/>
              </a:defRPr>
            </a:lvl2pPr>
            <a:lvl3pPr lvl="2">
              <a:spcBef>
                <a:spcPts val="0"/>
              </a:spcBef>
              <a:spcAft>
                <a:spcPts val="0"/>
              </a:spcAft>
              <a:buClr>
                <a:schemeClr val="lt1"/>
              </a:buClr>
              <a:buSzPts val="2800"/>
              <a:buFont typeface="Nunito"/>
              <a:buNone/>
              <a:defRPr sz="2800">
                <a:solidFill>
                  <a:schemeClr val="lt1"/>
                </a:solidFill>
                <a:latin typeface="Nunito"/>
                <a:ea typeface="Nunito"/>
                <a:cs typeface="Nunito"/>
                <a:sym typeface="Nunito"/>
              </a:defRPr>
            </a:lvl3pPr>
            <a:lvl4pPr lvl="3">
              <a:spcBef>
                <a:spcPts val="0"/>
              </a:spcBef>
              <a:spcAft>
                <a:spcPts val="0"/>
              </a:spcAft>
              <a:buClr>
                <a:schemeClr val="lt1"/>
              </a:buClr>
              <a:buSzPts val="2800"/>
              <a:buFont typeface="Nunito"/>
              <a:buNone/>
              <a:defRPr sz="2800">
                <a:solidFill>
                  <a:schemeClr val="lt1"/>
                </a:solidFill>
                <a:latin typeface="Nunito"/>
                <a:ea typeface="Nunito"/>
                <a:cs typeface="Nunito"/>
                <a:sym typeface="Nunito"/>
              </a:defRPr>
            </a:lvl4pPr>
            <a:lvl5pPr lvl="4">
              <a:spcBef>
                <a:spcPts val="0"/>
              </a:spcBef>
              <a:spcAft>
                <a:spcPts val="0"/>
              </a:spcAft>
              <a:buClr>
                <a:schemeClr val="lt1"/>
              </a:buClr>
              <a:buSzPts val="2800"/>
              <a:buFont typeface="Nunito"/>
              <a:buNone/>
              <a:defRPr sz="2800">
                <a:solidFill>
                  <a:schemeClr val="lt1"/>
                </a:solidFill>
                <a:latin typeface="Nunito"/>
                <a:ea typeface="Nunito"/>
                <a:cs typeface="Nunito"/>
                <a:sym typeface="Nunito"/>
              </a:defRPr>
            </a:lvl5pPr>
            <a:lvl6pPr lvl="5">
              <a:spcBef>
                <a:spcPts val="0"/>
              </a:spcBef>
              <a:spcAft>
                <a:spcPts val="0"/>
              </a:spcAft>
              <a:buClr>
                <a:schemeClr val="lt1"/>
              </a:buClr>
              <a:buSzPts val="2800"/>
              <a:buFont typeface="Nunito"/>
              <a:buNone/>
              <a:defRPr sz="2800">
                <a:solidFill>
                  <a:schemeClr val="lt1"/>
                </a:solidFill>
                <a:latin typeface="Nunito"/>
                <a:ea typeface="Nunito"/>
                <a:cs typeface="Nunito"/>
                <a:sym typeface="Nunito"/>
              </a:defRPr>
            </a:lvl6pPr>
            <a:lvl7pPr lvl="6">
              <a:spcBef>
                <a:spcPts val="0"/>
              </a:spcBef>
              <a:spcAft>
                <a:spcPts val="0"/>
              </a:spcAft>
              <a:buClr>
                <a:schemeClr val="lt1"/>
              </a:buClr>
              <a:buSzPts val="2800"/>
              <a:buFont typeface="Nunito"/>
              <a:buNone/>
              <a:defRPr sz="2800">
                <a:solidFill>
                  <a:schemeClr val="lt1"/>
                </a:solidFill>
                <a:latin typeface="Nunito"/>
                <a:ea typeface="Nunito"/>
                <a:cs typeface="Nunito"/>
                <a:sym typeface="Nunito"/>
              </a:defRPr>
            </a:lvl7pPr>
            <a:lvl8pPr lvl="7">
              <a:spcBef>
                <a:spcPts val="0"/>
              </a:spcBef>
              <a:spcAft>
                <a:spcPts val="0"/>
              </a:spcAft>
              <a:buClr>
                <a:schemeClr val="lt1"/>
              </a:buClr>
              <a:buSzPts val="2800"/>
              <a:buFont typeface="Nunito"/>
              <a:buNone/>
              <a:defRPr sz="2800">
                <a:solidFill>
                  <a:schemeClr val="lt1"/>
                </a:solidFill>
                <a:latin typeface="Nunito"/>
                <a:ea typeface="Nunito"/>
                <a:cs typeface="Nunito"/>
                <a:sym typeface="Nunito"/>
              </a:defRPr>
            </a:lvl8pPr>
            <a:lvl9pPr lvl="8">
              <a:spcBef>
                <a:spcPts val="0"/>
              </a:spcBef>
              <a:spcAft>
                <a:spcPts val="0"/>
              </a:spcAft>
              <a:buClr>
                <a:schemeClr val="lt1"/>
              </a:buClr>
              <a:buSzPts val="2800"/>
              <a:buFont typeface="Nunito"/>
              <a:buNone/>
              <a:defRPr sz="2800">
                <a:solidFill>
                  <a:schemeClr val="lt1"/>
                </a:solidFill>
                <a:latin typeface="Nunito"/>
                <a:ea typeface="Nunito"/>
                <a:cs typeface="Nunito"/>
                <a:sym typeface="Nunito"/>
              </a:defRPr>
            </a:lvl9pPr>
          </a:lstStyle>
          <a:p>
            <a:endParaRPr/>
          </a:p>
        </p:txBody>
      </p:sp>
      <p:sp>
        <p:nvSpPr>
          <p:cNvPr id="7" name="Google Shape;7;p1"/>
          <p:cNvSpPr txBox="1">
            <a:spLocks noGrp="1"/>
          </p:cNvSpPr>
          <p:nvPr>
            <p:ph type="body" idx="1"/>
          </p:nvPr>
        </p:nvSpPr>
        <p:spPr>
          <a:xfrm>
            <a:off x="311700" y="1152475"/>
            <a:ext cx="8520600" cy="3391200"/>
          </a:xfrm>
          <a:prstGeom prst="rect">
            <a:avLst/>
          </a:prstGeom>
          <a:noFill/>
          <a:ln>
            <a:noFill/>
          </a:ln>
        </p:spPr>
        <p:txBody>
          <a:bodyPr spcFirstLastPara="1" wrap="square" lIns="91425" tIns="91425" rIns="91425" bIns="91425" anchor="t" anchorCtr="0">
            <a:normAutofit/>
          </a:bodyPr>
          <a:lstStyle>
            <a:lvl1pPr marL="457200" lvl="0" indent="-311150">
              <a:lnSpc>
                <a:spcPct val="115000"/>
              </a:lnSpc>
              <a:spcBef>
                <a:spcPts val="0"/>
              </a:spcBef>
              <a:spcAft>
                <a:spcPts val="0"/>
              </a:spcAft>
              <a:buClr>
                <a:schemeClr val="dk2"/>
              </a:buClr>
              <a:buSzPts val="1300"/>
              <a:buFont typeface="Calibri"/>
              <a:buChar char="●"/>
              <a:defRPr sz="1300">
                <a:solidFill>
                  <a:schemeClr val="dk2"/>
                </a:solidFill>
                <a:latin typeface="Calibri"/>
                <a:ea typeface="Calibri"/>
                <a:cs typeface="Calibri"/>
                <a:sym typeface="Calibri"/>
              </a:defRPr>
            </a:lvl1pPr>
            <a:lvl2pPr marL="914400" lvl="1" indent="-298450">
              <a:lnSpc>
                <a:spcPct val="115000"/>
              </a:lnSpc>
              <a:spcBef>
                <a:spcPts val="0"/>
              </a:spcBef>
              <a:spcAft>
                <a:spcPts val="0"/>
              </a:spcAft>
              <a:buClr>
                <a:schemeClr val="dk2"/>
              </a:buClr>
              <a:buSzPts val="1100"/>
              <a:buFont typeface="Calibri"/>
              <a:buChar char="○"/>
              <a:defRPr sz="1100">
                <a:solidFill>
                  <a:schemeClr val="dk2"/>
                </a:solidFill>
                <a:latin typeface="Calibri"/>
                <a:ea typeface="Calibri"/>
                <a:cs typeface="Calibri"/>
                <a:sym typeface="Calibri"/>
              </a:defRPr>
            </a:lvl2pPr>
            <a:lvl3pPr marL="1371600" lvl="2" indent="-298450">
              <a:lnSpc>
                <a:spcPct val="115000"/>
              </a:lnSpc>
              <a:spcBef>
                <a:spcPts val="0"/>
              </a:spcBef>
              <a:spcAft>
                <a:spcPts val="0"/>
              </a:spcAft>
              <a:buClr>
                <a:schemeClr val="dk2"/>
              </a:buClr>
              <a:buSzPts val="1100"/>
              <a:buFont typeface="Calibri"/>
              <a:buChar char="■"/>
              <a:defRPr sz="1100">
                <a:solidFill>
                  <a:schemeClr val="dk2"/>
                </a:solidFill>
                <a:latin typeface="Calibri"/>
                <a:ea typeface="Calibri"/>
                <a:cs typeface="Calibri"/>
                <a:sym typeface="Calibri"/>
              </a:defRPr>
            </a:lvl3pPr>
            <a:lvl4pPr marL="1828800" lvl="3" indent="-298450">
              <a:lnSpc>
                <a:spcPct val="115000"/>
              </a:lnSpc>
              <a:spcBef>
                <a:spcPts val="0"/>
              </a:spcBef>
              <a:spcAft>
                <a:spcPts val="0"/>
              </a:spcAft>
              <a:buClr>
                <a:schemeClr val="dk2"/>
              </a:buClr>
              <a:buSzPts val="1100"/>
              <a:buFont typeface="Calibri"/>
              <a:buChar char="●"/>
              <a:defRPr sz="1100">
                <a:solidFill>
                  <a:schemeClr val="dk2"/>
                </a:solidFill>
                <a:latin typeface="Calibri"/>
                <a:ea typeface="Calibri"/>
                <a:cs typeface="Calibri"/>
                <a:sym typeface="Calibri"/>
              </a:defRPr>
            </a:lvl4pPr>
            <a:lvl5pPr marL="2286000" lvl="4" indent="-298450">
              <a:lnSpc>
                <a:spcPct val="115000"/>
              </a:lnSpc>
              <a:spcBef>
                <a:spcPts val="0"/>
              </a:spcBef>
              <a:spcAft>
                <a:spcPts val="0"/>
              </a:spcAft>
              <a:buClr>
                <a:schemeClr val="dk2"/>
              </a:buClr>
              <a:buSzPts val="1100"/>
              <a:buFont typeface="Calibri"/>
              <a:buChar char="○"/>
              <a:defRPr sz="1100">
                <a:solidFill>
                  <a:schemeClr val="dk2"/>
                </a:solidFill>
                <a:latin typeface="Calibri"/>
                <a:ea typeface="Calibri"/>
                <a:cs typeface="Calibri"/>
                <a:sym typeface="Calibri"/>
              </a:defRPr>
            </a:lvl5pPr>
            <a:lvl6pPr marL="2743200" lvl="5" indent="-298450">
              <a:lnSpc>
                <a:spcPct val="115000"/>
              </a:lnSpc>
              <a:spcBef>
                <a:spcPts val="0"/>
              </a:spcBef>
              <a:spcAft>
                <a:spcPts val="0"/>
              </a:spcAft>
              <a:buClr>
                <a:schemeClr val="dk2"/>
              </a:buClr>
              <a:buSzPts val="1100"/>
              <a:buFont typeface="Calibri"/>
              <a:buChar char="■"/>
              <a:defRPr sz="1100">
                <a:solidFill>
                  <a:schemeClr val="dk2"/>
                </a:solidFill>
                <a:latin typeface="Calibri"/>
                <a:ea typeface="Calibri"/>
                <a:cs typeface="Calibri"/>
                <a:sym typeface="Calibri"/>
              </a:defRPr>
            </a:lvl6pPr>
            <a:lvl7pPr marL="3200400" lvl="6" indent="-298450">
              <a:lnSpc>
                <a:spcPct val="115000"/>
              </a:lnSpc>
              <a:spcBef>
                <a:spcPts val="0"/>
              </a:spcBef>
              <a:spcAft>
                <a:spcPts val="0"/>
              </a:spcAft>
              <a:buClr>
                <a:schemeClr val="dk2"/>
              </a:buClr>
              <a:buSzPts val="1100"/>
              <a:buFont typeface="Calibri"/>
              <a:buChar char="●"/>
              <a:defRPr sz="1100">
                <a:solidFill>
                  <a:schemeClr val="dk2"/>
                </a:solidFill>
                <a:latin typeface="Calibri"/>
                <a:ea typeface="Calibri"/>
                <a:cs typeface="Calibri"/>
                <a:sym typeface="Calibri"/>
              </a:defRPr>
            </a:lvl7pPr>
            <a:lvl8pPr marL="3657600" lvl="7" indent="-298450">
              <a:lnSpc>
                <a:spcPct val="115000"/>
              </a:lnSpc>
              <a:spcBef>
                <a:spcPts val="0"/>
              </a:spcBef>
              <a:spcAft>
                <a:spcPts val="0"/>
              </a:spcAft>
              <a:buClr>
                <a:schemeClr val="dk2"/>
              </a:buClr>
              <a:buSzPts val="1100"/>
              <a:buFont typeface="Calibri"/>
              <a:buChar char="○"/>
              <a:defRPr sz="1100">
                <a:solidFill>
                  <a:schemeClr val="dk2"/>
                </a:solidFill>
                <a:latin typeface="Calibri"/>
                <a:ea typeface="Calibri"/>
                <a:cs typeface="Calibri"/>
                <a:sym typeface="Calibri"/>
              </a:defRPr>
            </a:lvl8pPr>
            <a:lvl9pPr marL="4114800" lvl="8" indent="-298450">
              <a:lnSpc>
                <a:spcPct val="115000"/>
              </a:lnSpc>
              <a:spcBef>
                <a:spcPts val="0"/>
              </a:spcBef>
              <a:spcAft>
                <a:spcPts val="0"/>
              </a:spcAft>
              <a:buClr>
                <a:schemeClr val="dk2"/>
              </a:buClr>
              <a:buSzPts val="1100"/>
              <a:buFont typeface="Calibri"/>
              <a:buChar char="■"/>
              <a:defRPr sz="1100">
                <a:solidFill>
                  <a:schemeClr val="dk2"/>
                </a:solidFill>
                <a:latin typeface="Calibri"/>
                <a:ea typeface="Calibri"/>
                <a:cs typeface="Calibri"/>
                <a:sym typeface="Calibri"/>
              </a:defRPr>
            </a:lvl9pPr>
          </a:lstStyle>
          <a:p>
            <a:endParaRPr/>
          </a:p>
        </p:txBody>
      </p:sp>
      <p:sp>
        <p:nvSpPr>
          <p:cNvPr id="8" name="Google Shape;8;p1"/>
          <p:cNvSpPr txBox="1">
            <a:spLocks noGrp="1"/>
          </p:cNvSpPr>
          <p:nvPr>
            <p:ph type="sldNum" idx="12"/>
          </p:nvPr>
        </p:nvSpPr>
        <p:spPr>
          <a:xfrm>
            <a:off x="8390734" y="4543668"/>
            <a:ext cx="548700" cy="393600"/>
          </a:xfrm>
          <a:prstGeom prst="rect">
            <a:avLst/>
          </a:prstGeom>
          <a:noFill/>
          <a:ln>
            <a:noFill/>
          </a:ln>
        </p:spPr>
        <p:txBody>
          <a:bodyPr spcFirstLastPara="1" wrap="square" lIns="91425" tIns="91425" rIns="91425" bIns="91425" anchor="ctr" anchorCtr="0">
            <a:normAutofit/>
          </a:bodyPr>
          <a:lstStyle>
            <a:lvl1pPr lvl="0" algn="r">
              <a:buNone/>
              <a:defRPr sz="1000">
                <a:solidFill>
                  <a:schemeClr val="dk2"/>
                </a:solidFill>
                <a:latin typeface="Nunito"/>
                <a:ea typeface="Nunito"/>
                <a:cs typeface="Nunito"/>
                <a:sym typeface="Nunito"/>
              </a:defRPr>
            </a:lvl1pPr>
            <a:lvl2pPr lvl="1" algn="r">
              <a:buNone/>
              <a:defRPr sz="1000">
                <a:solidFill>
                  <a:schemeClr val="dk2"/>
                </a:solidFill>
                <a:latin typeface="Nunito"/>
                <a:ea typeface="Nunito"/>
                <a:cs typeface="Nunito"/>
                <a:sym typeface="Nunito"/>
              </a:defRPr>
            </a:lvl2pPr>
            <a:lvl3pPr lvl="2" algn="r">
              <a:buNone/>
              <a:defRPr sz="1000">
                <a:solidFill>
                  <a:schemeClr val="dk2"/>
                </a:solidFill>
                <a:latin typeface="Nunito"/>
                <a:ea typeface="Nunito"/>
                <a:cs typeface="Nunito"/>
                <a:sym typeface="Nunito"/>
              </a:defRPr>
            </a:lvl3pPr>
            <a:lvl4pPr lvl="3" algn="r">
              <a:buNone/>
              <a:defRPr sz="1000">
                <a:solidFill>
                  <a:schemeClr val="dk2"/>
                </a:solidFill>
                <a:latin typeface="Nunito"/>
                <a:ea typeface="Nunito"/>
                <a:cs typeface="Nunito"/>
                <a:sym typeface="Nunito"/>
              </a:defRPr>
            </a:lvl4pPr>
            <a:lvl5pPr lvl="4" algn="r">
              <a:buNone/>
              <a:defRPr sz="1000">
                <a:solidFill>
                  <a:schemeClr val="dk2"/>
                </a:solidFill>
                <a:latin typeface="Nunito"/>
                <a:ea typeface="Nunito"/>
                <a:cs typeface="Nunito"/>
                <a:sym typeface="Nunito"/>
              </a:defRPr>
            </a:lvl5pPr>
            <a:lvl6pPr lvl="5" algn="r">
              <a:buNone/>
              <a:defRPr sz="1000">
                <a:solidFill>
                  <a:schemeClr val="dk2"/>
                </a:solidFill>
                <a:latin typeface="Nunito"/>
                <a:ea typeface="Nunito"/>
                <a:cs typeface="Nunito"/>
                <a:sym typeface="Nunito"/>
              </a:defRPr>
            </a:lvl6pPr>
            <a:lvl7pPr lvl="6" algn="r">
              <a:buNone/>
              <a:defRPr sz="1000">
                <a:solidFill>
                  <a:schemeClr val="dk2"/>
                </a:solidFill>
                <a:latin typeface="Nunito"/>
                <a:ea typeface="Nunito"/>
                <a:cs typeface="Nunito"/>
                <a:sym typeface="Nunito"/>
              </a:defRPr>
            </a:lvl7pPr>
            <a:lvl8pPr lvl="7" algn="r">
              <a:buNone/>
              <a:defRPr sz="1000">
                <a:solidFill>
                  <a:schemeClr val="dk2"/>
                </a:solidFill>
                <a:latin typeface="Nunito"/>
                <a:ea typeface="Nunito"/>
                <a:cs typeface="Nunito"/>
                <a:sym typeface="Nunito"/>
              </a:defRPr>
            </a:lvl8pPr>
            <a:lvl9pPr lvl="8" algn="r">
              <a:buNone/>
              <a:defRPr sz="1000">
                <a:solidFill>
                  <a:schemeClr val="dk2"/>
                </a:solidFill>
                <a:latin typeface="Nunito"/>
                <a:ea typeface="Nunito"/>
                <a:cs typeface="Nunito"/>
                <a:sym typeface="Nunito"/>
              </a:defRPr>
            </a:lvl9pPr>
          </a:lstStyle>
          <a:p>
            <a:pPr marL="0" lvl="0" indent="0" algn="r" rtl="0">
              <a:spcBef>
                <a:spcPts val="0"/>
              </a:spcBef>
              <a:spcAft>
                <a:spcPts val="0"/>
              </a:spcAft>
              <a:buNone/>
            </a:pPr>
            <a:fld id="{00000000-1234-1234-1234-123412341234}" type="slidenum">
              <a:rPr lang="en-GB"/>
              <a:t>‹#›</a:t>
            </a:fld>
            <a:endParaRPr/>
          </a:p>
        </p:txBody>
      </p:sp>
    </p:spTree>
  </p:cSld>
  <p:clrMap bg1="lt1" tx1="dk1" bg2="dk2" tx2="lt2" accent1="accent1" accent2="accent2" accent3="accent3" accent4="accent4" accent5="accent5" accent6="accent6" hlink="hlink" folHlink="fol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3.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3.xml"/></Relationships>
</file>

<file path=ppt/slides/_rels/slide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7.xml"/><Relationship Id="rId1" Type="http://schemas.openxmlformats.org/officeDocument/2006/relationships/slideLayout" Target="../slideLayouts/slideLayout3.xml"/><Relationship Id="rId4" Type="http://schemas.openxmlformats.org/officeDocument/2006/relationships/image" Target="../media/image2.png"/></Relationships>
</file>

<file path=ppt/slides/_rels/slide8.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8.xml"/><Relationship Id="rId1" Type="http://schemas.openxmlformats.org/officeDocument/2006/relationships/slideLayout" Target="../slideLayouts/slideLayout3.xml"/><Relationship Id="rId4" Type="http://schemas.openxmlformats.org/officeDocument/2006/relationships/image" Target="../media/image4.png"/></Relationships>
</file>

<file path=ppt/slides/_rels/slide9.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9.xml"/><Relationship Id="rId1" Type="http://schemas.openxmlformats.org/officeDocument/2006/relationships/slideLayout" Target="../slideLayouts/slideLayout3.xml"/><Relationship Id="rId4" Type="http://schemas.openxmlformats.org/officeDocument/2006/relationships/image" Target="../media/image6.png"/></Relationships>
</file>

<file path=ppt/slides/_rels/slide10.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0.xml"/><Relationship Id="rId1" Type="http://schemas.openxmlformats.org/officeDocument/2006/relationships/slideLayout" Target="../slideLayouts/slideLayout3.xml"/><Relationship Id="rId4" Type="http://schemas.openxmlformats.org/officeDocument/2006/relationships/image" Target="../media/image8.png"/></Relationships>
</file>

<file path=ppt/slides/_rels/slide11.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11.xml"/><Relationship Id="rId1" Type="http://schemas.openxmlformats.org/officeDocument/2006/relationships/slideLayout" Target="../slideLayouts/slideLayout3.xml"/><Relationship Id="rId4" Type="http://schemas.openxmlformats.org/officeDocument/2006/relationships/image" Target="../media/image10.png"/></Relationships>
</file>

<file path=ppt/slides/_rels/slide12.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12.xml"/><Relationship Id="rId1" Type="http://schemas.openxmlformats.org/officeDocument/2006/relationships/slideLayout" Target="../slideLayouts/slideLayout3.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3.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3.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3.xml"/></Relationships>
</file>

<file path=ppt/slides/_rels/slide16.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16.xml"/><Relationship Id="rId1" Type="http://schemas.openxmlformats.org/officeDocument/2006/relationships/slideLayout" Target="../slideLayouts/slideLayout3.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3.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3.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3.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127"/>
        <p:cNvGrpSpPr/>
        <p:nvPr/>
      </p:nvGrpSpPr>
      <p:grpSpPr>
        <a:xfrm>
          <a:off x="0" y="0"/>
          <a:ext cx="0" cy="0"/>
          <a:chOff x="0" y="0"/>
          <a:chExt cx="0" cy="0"/>
        </a:xfrm>
      </p:grpSpPr>
      <p:sp>
        <p:nvSpPr>
          <p:cNvPr id="128" name="Google Shape;128;p13"/>
          <p:cNvSpPr txBox="1">
            <a:spLocks noGrp="1"/>
          </p:cNvSpPr>
          <p:nvPr>
            <p:ph type="ctrTitle"/>
          </p:nvPr>
        </p:nvSpPr>
        <p:spPr>
          <a:xfrm>
            <a:off x="1003650" y="1549339"/>
            <a:ext cx="7136700" cy="10224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GB" sz="3400" dirty="0"/>
              <a:t>Multi-Branch Business Performance Analysis</a:t>
            </a:r>
            <a:endParaRPr sz="3400" dirty="0"/>
          </a:p>
        </p:txBody>
      </p:sp>
      <p:sp>
        <p:nvSpPr>
          <p:cNvPr id="129" name="Google Shape;129;p13"/>
          <p:cNvSpPr txBox="1">
            <a:spLocks noGrp="1"/>
          </p:cNvSpPr>
          <p:nvPr>
            <p:ph type="subTitle" idx="1"/>
          </p:nvPr>
        </p:nvSpPr>
        <p:spPr>
          <a:xfrm>
            <a:off x="3429850" y="3007400"/>
            <a:ext cx="2271600" cy="792600"/>
          </a:xfrm>
          <a:prstGeom prst="rect">
            <a:avLst/>
          </a:prstGeom>
        </p:spPr>
        <p:txBody>
          <a:bodyPr spcFirstLastPara="1" wrap="square" lIns="91425" tIns="91425" rIns="91425" bIns="91425" anchor="t" anchorCtr="0">
            <a:noAutofit/>
          </a:bodyPr>
          <a:lstStyle/>
          <a:p>
            <a:pPr marL="0" lvl="0" indent="0" algn="ctr" rtl="0">
              <a:lnSpc>
                <a:spcPct val="80000"/>
              </a:lnSpc>
              <a:spcBef>
                <a:spcPts val="0"/>
              </a:spcBef>
              <a:spcAft>
                <a:spcPts val="0"/>
              </a:spcAft>
              <a:buSzPts val="523"/>
              <a:buNone/>
            </a:pPr>
            <a:r>
              <a:rPr lang="en-GB" sz="1340" i="1" dirty="0">
                <a:latin typeface="Arial"/>
                <a:ea typeface="Arial"/>
                <a:cs typeface="Arial"/>
                <a:sym typeface="Arial"/>
              </a:rPr>
              <a:t>By:</a:t>
            </a:r>
            <a:endParaRPr sz="1340" i="1" dirty="0">
              <a:latin typeface="Arial"/>
              <a:ea typeface="Arial"/>
              <a:cs typeface="Arial"/>
              <a:sym typeface="Arial"/>
            </a:endParaRPr>
          </a:p>
          <a:p>
            <a:pPr marL="0" lvl="0" indent="0" algn="ctr" rtl="0">
              <a:lnSpc>
                <a:spcPct val="80000"/>
              </a:lnSpc>
              <a:spcBef>
                <a:spcPts val="0"/>
              </a:spcBef>
              <a:spcAft>
                <a:spcPts val="0"/>
              </a:spcAft>
              <a:buSzPts val="523"/>
              <a:buNone/>
            </a:pPr>
            <a:endParaRPr sz="1340" i="1" dirty="0">
              <a:latin typeface="Arial"/>
              <a:ea typeface="Arial"/>
              <a:cs typeface="Arial"/>
              <a:sym typeface="Arial"/>
            </a:endParaRPr>
          </a:p>
          <a:p>
            <a:pPr marL="0" lvl="0" indent="0" algn="ctr" rtl="0">
              <a:lnSpc>
                <a:spcPct val="80000"/>
              </a:lnSpc>
              <a:spcBef>
                <a:spcPts val="0"/>
              </a:spcBef>
              <a:spcAft>
                <a:spcPts val="0"/>
              </a:spcAft>
              <a:buSzPts val="523"/>
              <a:buNone/>
            </a:pPr>
            <a:r>
              <a:rPr lang="en-GB" sz="1340" i="1" dirty="0">
                <a:latin typeface="Arial"/>
                <a:ea typeface="Arial"/>
                <a:cs typeface="Arial"/>
                <a:sym typeface="Arial"/>
              </a:rPr>
              <a:t>Sai Lokesh M, </a:t>
            </a:r>
          </a:p>
          <a:p>
            <a:pPr marL="0" lvl="0" indent="0" algn="ctr" rtl="0">
              <a:lnSpc>
                <a:spcPct val="80000"/>
              </a:lnSpc>
              <a:spcBef>
                <a:spcPts val="0"/>
              </a:spcBef>
              <a:spcAft>
                <a:spcPts val="0"/>
              </a:spcAft>
              <a:buSzPts val="523"/>
              <a:buNone/>
            </a:pPr>
            <a:endParaRPr sz="1340" i="1" dirty="0">
              <a:latin typeface="Arial"/>
              <a:ea typeface="Arial"/>
              <a:cs typeface="Arial"/>
              <a:sym typeface="Arial"/>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133"/>
        <p:cNvGrpSpPr/>
        <p:nvPr/>
      </p:nvGrpSpPr>
      <p:grpSpPr>
        <a:xfrm>
          <a:off x="0" y="0"/>
          <a:ext cx="0" cy="0"/>
          <a:chOff x="0" y="0"/>
          <a:chExt cx="0" cy="0"/>
        </a:xfrm>
      </p:grpSpPr>
      <p:sp>
        <p:nvSpPr>
          <p:cNvPr id="134" name="Google Shape;134;p14"/>
          <p:cNvSpPr txBox="1">
            <a:spLocks noGrp="1"/>
          </p:cNvSpPr>
          <p:nvPr>
            <p:ph type="title"/>
          </p:nvPr>
        </p:nvSpPr>
        <p:spPr>
          <a:xfrm>
            <a:off x="543800" y="432525"/>
            <a:ext cx="7505700" cy="954600"/>
          </a:xfrm>
          <a:prstGeom prst="rect">
            <a:avLst/>
          </a:prstGeom>
        </p:spPr>
        <p:txBody>
          <a:bodyPr spcFirstLastPara="1" wrap="square" lIns="91425" tIns="91425" rIns="91425" bIns="91425" anchor="t" anchorCtr="0">
            <a:normAutofit/>
          </a:bodyPr>
          <a:lstStyle/>
          <a:p>
            <a:pPr marL="0" lvl="0" indent="0" algn="l" rtl="0">
              <a:spcBef>
                <a:spcPts val="0"/>
              </a:spcBef>
              <a:spcAft>
                <a:spcPts val="0"/>
              </a:spcAft>
              <a:buNone/>
            </a:pPr>
            <a:r>
              <a:rPr lang="en-GB"/>
              <a:t>Problem we are trying to solve</a:t>
            </a:r>
            <a:endParaRPr/>
          </a:p>
        </p:txBody>
      </p:sp>
      <p:sp>
        <p:nvSpPr>
          <p:cNvPr id="135" name="Google Shape;135;p14"/>
          <p:cNvSpPr txBox="1">
            <a:spLocks noGrp="1"/>
          </p:cNvSpPr>
          <p:nvPr>
            <p:ph type="body" idx="1"/>
          </p:nvPr>
        </p:nvSpPr>
        <p:spPr>
          <a:xfrm>
            <a:off x="644925" y="1300950"/>
            <a:ext cx="7030500" cy="3392400"/>
          </a:xfrm>
          <a:prstGeom prst="rect">
            <a:avLst/>
          </a:prstGeom>
        </p:spPr>
        <p:txBody>
          <a:bodyPr spcFirstLastPara="1" wrap="square" lIns="91425" tIns="91425" rIns="91425" bIns="91425" anchor="t" anchorCtr="0">
            <a:noAutofit/>
          </a:bodyPr>
          <a:lstStyle/>
          <a:p>
            <a:pPr marL="0" lvl="0" indent="0" algn="just" rtl="0">
              <a:lnSpc>
                <a:spcPct val="115000"/>
              </a:lnSpc>
              <a:spcBef>
                <a:spcPts val="0"/>
              </a:spcBef>
              <a:spcAft>
                <a:spcPts val="0"/>
              </a:spcAft>
              <a:buNone/>
            </a:pPr>
            <a:r>
              <a:rPr lang="en-GB" sz="1400">
                <a:solidFill>
                  <a:schemeClr val="accent1"/>
                </a:solidFill>
              </a:rPr>
              <a:t>Problem Statement &amp; Motivation:</a:t>
            </a:r>
            <a:endParaRPr sz="1400">
              <a:solidFill>
                <a:schemeClr val="accent1"/>
              </a:solidFill>
            </a:endParaRPr>
          </a:p>
          <a:p>
            <a:pPr marL="457200" lvl="0" indent="-311150" algn="just" rtl="0">
              <a:lnSpc>
                <a:spcPct val="150000"/>
              </a:lnSpc>
              <a:spcBef>
                <a:spcPts val="1200"/>
              </a:spcBef>
              <a:spcAft>
                <a:spcPts val="0"/>
              </a:spcAft>
              <a:buClr>
                <a:srgbClr val="000000"/>
              </a:buClr>
              <a:buSzPts val="1300"/>
              <a:buChar char="●"/>
            </a:pPr>
            <a:r>
              <a:rPr lang="en-GB">
                <a:solidFill>
                  <a:srgbClr val="000000"/>
                </a:solidFill>
              </a:rPr>
              <a:t>Despite having large volume of data, businesses struggle to explain sales performance variations across various branches and sales channels (Physical stores, online channels) and derive actionable insights from them</a:t>
            </a:r>
            <a:endParaRPr>
              <a:solidFill>
                <a:srgbClr val="000000"/>
              </a:solidFill>
            </a:endParaRPr>
          </a:p>
          <a:p>
            <a:pPr marL="457200" lvl="0" indent="-311150" algn="just" rtl="0">
              <a:lnSpc>
                <a:spcPct val="150000"/>
              </a:lnSpc>
              <a:spcBef>
                <a:spcPts val="0"/>
              </a:spcBef>
              <a:spcAft>
                <a:spcPts val="0"/>
              </a:spcAft>
              <a:buClr>
                <a:srgbClr val="000000"/>
              </a:buClr>
              <a:buSzPts val="1300"/>
              <a:buChar char="●"/>
            </a:pPr>
            <a:r>
              <a:rPr lang="en-GB">
                <a:solidFill>
                  <a:srgbClr val="000000"/>
                </a:solidFill>
              </a:rPr>
              <a:t>Reliance on multi-channel strategies to optimize sales and maximize revenue created the need of comprehensive analysis of the sales &amp; retail data</a:t>
            </a:r>
            <a:endParaRPr>
              <a:solidFill>
                <a:srgbClr val="000000"/>
              </a:solidFill>
            </a:endParaRPr>
          </a:p>
          <a:p>
            <a:pPr marL="0" lvl="0" indent="0" algn="just" rtl="0">
              <a:lnSpc>
                <a:spcPct val="150000"/>
              </a:lnSpc>
              <a:spcBef>
                <a:spcPts val="1200"/>
              </a:spcBef>
              <a:spcAft>
                <a:spcPts val="0"/>
              </a:spcAft>
              <a:buNone/>
            </a:pPr>
            <a:r>
              <a:rPr lang="en-GB">
                <a:solidFill>
                  <a:schemeClr val="accent1"/>
                </a:solidFill>
              </a:rPr>
              <a:t>Why it is important ?</a:t>
            </a:r>
            <a:endParaRPr>
              <a:solidFill>
                <a:schemeClr val="accent1"/>
              </a:solidFill>
            </a:endParaRPr>
          </a:p>
          <a:p>
            <a:pPr marL="457200" lvl="0" indent="-311150" algn="just" rtl="0">
              <a:lnSpc>
                <a:spcPct val="150000"/>
              </a:lnSpc>
              <a:spcBef>
                <a:spcPts val="1200"/>
              </a:spcBef>
              <a:spcAft>
                <a:spcPts val="0"/>
              </a:spcAft>
              <a:buClr>
                <a:srgbClr val="000000"/>
              </a:buClr>
              <a:buSzPts val="1300"/>
              <a:buChar char="●"/>
            </a:pPr>
            <a:r>
              <a:rPr lang="en-GB">
                <a:solidFill>
                  <a:srgbClr val="000000"/>
                </a:solidFill>
              </a:rPr>
              <a:t>Developing a visualized dashboard would help the businesses to present sales trends, identify performance drivers, and provide targeted recommendations for improved revenue &amp; optimizing operations.</a:t>
            </a:r>
            <a:endParaRPr>
              <a:solidFill>
                <a:srgbClr val="000000"/>
              </a:solidFill>
            </a:endParaRPr>
          </a:p>
          <a:p>
            <a:pPr marL="0" lvl="0" indent="0" algn="just" rtl="0">
              <a:lnSpc>
                <a:spcPct val="115000"/>
              </a:lnSpc>
              <a:spcBef>
                <a:spcPts val="1200"/>
              </a:spcBef>
              <a:spcAft>
                <a:spcPts val="1200"/>
              </a:spcAft>
              <a:buNone/>
            </a:pPr>
            <a:endParaRPr>
              <a:solidFill>
                <a:srgbClr val="000000"/>
              </a:solidFill>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139"/>
        <p:cNvGrpSpPr/>
        <p:nvPr/>
      </p:nvGrpSpPr>
      <p:grpSpPr>
        <a:xfrm>
          <a:off x="0" y="0"/>
          <a:ext cx="0" cy="0"/>
          <a:chOff x="0" y="0"/>
          <a:chExt cx="0" cy="0"/>
        </a:xfrm>
      </p:grpSpPr>
      <p:sp>
        <p:nvSpPr>
          <p:cNvPr id="140" name="Google Shape;140;p15"/>
          <p:cNvSpPr txBox="1">
            <a:spLocks noGrp="1"/>
          </p:cNvSpPr>
          <p:nvPr>
            <p:ph type="body" idx="1"/>
          </p:nvPr>
        </p:nvSpPr>
        <p:spPr>
          <a:xfrm>
            <a:off x="910425" y="1213125"/>
            <a:ext cx="7030500" cy="2541600"/>
          </a:xfrm>
          <a:prstGeom prst="rect">
            <a:avLst/>
          </a:prstGeom>
        </p:spPr>
        <p:txBody>
          <a:bodyPr spcFirstLastPara="1" wrap="square" lIns="91425" tIns="91425" rIns="91425" bIns="91425" anchor="t" anchorCtr="0">
            <a:normAutofit/>
          </a:bodyPr>
          <a:lstStyle/>
          <a:p>
            <a:pPr marL="0" lvl="0" indent="0" algn="just" rtl="0">
              <a:lnSpc>
                <a:spcPct val="115000"/>
              </a:lnSpc>
              <a:spcBef>
                <a:spcPts val="0"/>
              </a:spcBef>
              <a:spcAft>
                <a:spcPts val="0"/>
              </a:spcAft>
              <a:buNone/>
            </a:pPr>
            <a:r>
              <a:rPr lang="en-GB" sz="1500">
                <a:solidFill>
                  <a:schemeClr val="accent1"/>
                </a:solidFill>
              </a:rPr>
              <a:t>Approach &amp; Expected Outcomes:</a:t>
            </a:r>
            <a:endParaRPr sz="1500">
              <a:solidFill>
                <a:schemeClr val="accent1"/>
              </a:solidFill>
            </a:endParaRPr>
          </a:p>
          <a:p>
            <a:pPr marL="457200" lvl="0" indent="-317500" algn="just" rtl="0">
              <a:lnSpc>
                <a:spcPct val="115000"/>
              </a:lnSpc>
              <a:spcBef>
                <a:spcPts val="1200"/>
              </a:spcBef>
              <a:spcAft>
                <a:spcPts val="0"/>
              </a:spcAft>
              <a:buClr>
                <a:srgbClr val="000000"/>
              </a:buClr>
              <a:buSzPts val="1400"/>
              <a:buChar char="●"/>
            </a:pPr>
            <a:r>
              <a:rPr lang="en-GB" sz="1400">
                <a:solidFill>
                  <a:srgbClr val="000000"/>
                </a:solidFill>
              </a:rPr>
              <a:t>Use data analysis (EDA) to analyze sales data to identify key performance drivers </a:t>
            </a:r>
            <a:endParaRPr sz="1400">
              <a:solidFill>
                <a:srgbClr val="000000"/>
              </a:solidFill>
            </a:endParaRPr>
          </a:p>
          <a:p>
            <a:pPr marL="457200" lvl="0" indent="-317500" algn="just" rtl="0">
              <a:lnSpc>
                <a:spcPct val="115000"/>
              </a:lnSpc>
              <a:spcBef>
                <a:spcPts val="0"/>
              </a:spcBef>
              <a:spcAft>
                <a:spcPts val="0"/>
              </a:spcAft>
              <a:buClr>
                <a:srgbClr val="000000"/>
              </a:buClr>
              <a:buSzPts val="1400"/>
              <a:buChar char="●"/>
            </a:pPr>
            <a:r>
              <a:rPr lang="en-GB" sz="1400">
                <a:solidFill>
                  <a:srgbClr val="000000"/>
                </a:solidFill>
              </a:rPr>
              <a:t>Create an interactive dashboard that integrates data sources to provide a comprehensive view of sales performance</a:t>
            </a:r>
            <a:endParaRPr sz="1400">
              <a:solidFill>
                <a:srgbClr val="000000"/>
              </a:solidFill>
            </a:endParaRPr>
          </a:p>
          <a:p>
            <a:pPr marL="457200" lvl="0" indent="-317500" algn="just" rtl="0">
              <a:spcBef>
                <a:spcPts val="0"/>
              </a:spcBef>
              <a:spcAft>
                <a:spcPts val="0"/>
              </a:spcAft>
              <a:buClr>
                <a:srgbClr val="000000"/>
              </a:buClr>
              <a:buSzPts val="1400"/>
              <a:buChar char="●"/>
            </a:pPr>
            <a:r>
              <a:rPr lang="en-GB" sz="1400">
                <a:solidFill>
                  <a:srgbClr val="000000"/>
                </a:solidFill>
              </a:rPr>
              <a:t>Identify how different factors affect sales across branches and channels.</a:t>
            </a:r>
            <a:endParaRPr sz="1400">
              <a:solidFill>
                <a:srgbClr val="000000"/>
              </a:solidFill>
            </a:endParaRPr>
          </a:p>
          <a:p>
            <a:pPr marL="457200" lvl="0" indent="-317500" algn="just" rtl="0">
              <a:spcBef>
                <a:spcPts val="0"/>
              </a:spcBef>
              <a:spcAft>
                <a:spcPts val="0"/>
              </a:spcAft>
              <a:buClr>
                <a:srgbClr val="000000"/>
              </a:buClr>
              <a:buSzPts val="1400"/>
              <a:buChar char="●"/>
            </a:pPr>
            <a:r>
              <a:rPr lang="en-GB" sz="1400">
                <a:solidFill>
                  <a:srgbClr val="000000"/>
                </a:solidFill>
              </a:rPr>
              <a:t>Deliver insights that can guide inventory management, marketing strategies, and customer engagement.</a:t>
            </a:r>
            <a:endParaRPr sz="1400">
              <a:solidFill>
                <a:srgbClr val="000000"/>
              </a:solidFill>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144"/>
        <p:cNvGrpSpPr/>
        <p:nvPr/>
      </p:nvGrpSpPr>
      <p:grpSpPr>
        <a:xfrm>
          <a:off x="0" y="0"/>
          <a:ext cx="0" cy="0"/>
          <a:chOff x="0" y="0"/>
          <a:chExt cx="0" cy="0"/>
        </a:xfrm>
      </p:grpSpPr>
      <p:sp>
        <p:nvSpPr>
          <p:cNvPr id="145" name="Google Shape;145;p16"/>
          <p:cNvSpPr txBox="1">
            <a:spLocks noGrp="1"/>
          </p:cNvSpPr>
          <p:nvPr>
            <p:ph type="title"/>
          </p:nvPr>
        </p:nvSpPr>
        <p:spPr>
          <a:xfrm>
            <a:off x="1175950" y="667425"/>
            <a:ext cx="7030500" cy="999300"/>
          </a:xfrm>
          <a:prstGeom prst="rect">
            <a:avLst/>
          </a:prstGeom>
        </p:spPr>
        <p:txBody>
          <a:bodyPr spcFirstLastPara="1" wrap="square" lIns="91425" tIns="91425" rIns="91425" bIns="91425" anchor="t" anchorCtr="0">
            <a:normAutofit/>
          </a:bodyPr>
          <a:lstStyle/>
          <a:p>
            <a:pPr marL="0" lvl="0" indent="0" algn="l" rtl="0">
              <a:spcBef>
                <a:spcPts val="0"/>
              </a:spcBef>
              <a:spcAft>
                <a:spcPts val="0"/>
              </a:spcAft>
              <a:buNone/>
            </a:pPr>
            <a:r>
              <a:rPr lang="en-GB"/>
              <a:t>Data Analytics &amp; Dashboard Process:</a:t>
            </a:r>
            <a:endParaRPr/>
          </a:p>
        </p:txBody>
      </p:sp>
      <p:sp>
        <p:nvSpPr>
          <p:cNvPr id="146" name="Google Shape;146;p16"/>
          <p:cNvSpPr/>
          <p:nvPr/>
        </p:nvSpPr>
        <p:spPr>
          <a:xfrm>
            <a:off x="2164963" y="2248113"/>
            <a:ext cx="594300" cy="36900"/>
          </a:xfrm>
          <a:prstGeom prst="roundRect">
            <a:avLst>
              <a:gd name="adj" fmla="val 50000"/>
            </a:avLst>
          </a:prstGeom>
          <a:solidFill>
            <a:srgbClr val="A7291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147" name="Google Shape;147;p16"/>
          <p:cNvGrpSpPr/>
          <p:nvPr/>
        </p:nvGrpSpPr>
        <p:grpSpPr>
          <a:xfrm>
            <a:off x="571536" y="1957150"/>
            <a:ext cx="1755000" cy="1897977"/>
            <a:chOff x="571536" y="1957150"/>
            <a:chExt cx="1755000" cy="1897977"/>
          </a:xfrm>
        </p:grpSpPr>
        <p:sp>
          <p:nvSpPr>
            <p:cNvPr id="148" name="Google Shape;148;p16"/>
            <p:cNvSpPr/>
            <p:nvPr/>
          </p:nvSpPr>
          <p:spPr>
            <a:xfrm>
              <a:off x="1151886" y="1957150"/>
              <a:ext cx="594300" cy="594300"/>
            </a:xfrm>
            <a:prstGeom prst="ellipse">
              <a:avLst/>
            </a:prstGeom>
            <a:noFill/>
            <a:ln w="38100" cap="flat" cmpd="sng">
              <a:solidFill>
                <a:srgbClr val="A7291E"/>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9" name="Google Shape;149;p16"/>
            <p:cNvSpPr txBox="1"/>
            <p:nvPr/>
          </p:nvSpPr>
          <p:spPr>
            <a:xfrm>
              <a:off x="1230636" y="2118324"/>
              <a:ext cx="436800" cy="321000"/>
            </a:xfrm>
            <a:prstGeom prst="rect">
              <a:avLst/>
            </a:prstGeom>
            <a:noFill/>
            <a:ln>
              <a:noFill/>
            </a:ln>
          </p:spPr>
          <p:txBody>
            <a:bodyPr spcFirstLastPara="1" wrap="square" lIns="91425" tIns="91425" rIns="91425" bIns="91425" anchor="t" anchorCtr="0">
              <a:noAutofit/>
            </a:bodyPr>
            <a:lstStyle/>
            <a:p>
              <a:pPr marL="0" lvl="0" indent="0" algn="l" rtl="0">
                <a:lnSpc>
                  <a:spcPct val="115000"/>
                </a:lnSpc>
                <a:spcBef>
                  <a:spcPts val="0"/>
                </a:spcBef>
                <a:spcAft>
                  <a:spcPts val="1600"/>
                </a:spcAft>
                <a:buNone/>
              </a:pPr>
              <a:r>
                <a:rPr lang="en-GB" sz="800" b="1">
                  <a:solidFill>
                    <a:srgbClr val="A7291E"/>
                  </a:solidFill>
                  <a:latin typeface="Roboto"/>
                  <a:ea typeface="Roboto"/>
                  <a:cs typeface="Roboto"/>
                  <a:sym typeface="Roboto"/>
                </a:rPr>
                <a:t>    1</a:t>
              </a:r>
              <a:endParaRPr sz="800" b="1">
                <a:solidFill>
                  <a:srgbClr val="A7291E"/>
                </a:solidFill>
                <a:latin typeface="Roboto"/>
                <a:ea typeface="Roboto"/>
                <a:cs typeface="Roboto"/>
                <a:sym typeface="Roboto"/>
              </a:endParaRPr>
            </a:p>
          </p:txBody>
        </p:sp>
        <p:sp>
          <p:nvSpPr>
            <p:cNvPr id="150" name="Google Shape;150;p16"/>
            <p:cNvSpPr txBox="1"/>
            <p:nvPr/>
          </p:nvSpPr>
          <p:spPr>
            <a:xfrm>
              <a:off x="594488" y="2660925"/>
              <a:ext cx="1709100" cy="446400"/>
            </a:xfrm>
            <a:prstGeom prst="rect">
              <a:avLst/>
            </a:prstGeom>
            <a:noFill/>
            <a:ln>
              <a:noFill/>
            </a:ln>
          </p:spPr>
          <p:txBody>
            <a:bodyPr spcFirstLastPara="1" wrap="square" lIns="91425" tIns="91425" rIns="91425" bIns="91425" anchor="b" anchorCtr="0">
              <a:noAutofit/>
            </a:bodyPr>
            <a:lstStyle/>
            <a:p>
              <a:pPr marL="0" lvl="0" indent="0" algn="ctr" rtl="0">
                <a:lnSpc>
                  <a:spcPct val="115000"/>
                </a:lnSpc>
                <a:spcBef>
                  <a:spcPts val="0"/>
                </a:spcBef>
                <a:spcAft>
                  <a:spcPts val="0"/>
                </a:spcAft>
                <a:buNone/>
              </a:pPr>
              <a:r>
                <a:rPr lang="en-GB" sz="1000" b="1">
                  <a:solidFill>
                    <a:srgbClr val="A7291E"/>
                  </a:solidFill>
                  <a:latin typeface="Roboto"/>
                  <a:ea typeface="Roboto"/>
                  <a:cs typeface="Roboto"/>
                  <a:sym typeface="Roboto"/>
                </a:rPr>
                <a:t>Data Cleaning</a:t>
              </a:r>
              <a:endParaRPr sz="1000" b="1">
                <a:solidFill>
                  <a:srgbClr val="A7291E"/>
                </a:solidFill>
                <a:latin typeface="Roboto"/>
                <a:ea typeface="Roboto"/>
                <a:cs typeface="Roboto"/>
                <a:sym typeface="Roboto"/>
              </a:endParaRPr>
            </a:p>
          </p:txBody>
        </p:sp>
        <p:sp>
          <p:nvSpPr>
            <p:cNvPr id="151" name="Google Shape;151;p16"/>
            <p:cNvSpPr txBox="1"/>
            <p:nvPr/>
          </p:nvSpPr>
          <p:spPr>
            <a:xfrm>
              <a:off x="571536" y="3117727"/>
              <a:ext cx="1755000" cy="737400"/>
            </a:xfrm>
            <a:prstGeom prst="rect">
              <a:avLst/>
            </a:prstGeom>
            <a:noFill/>
            <a:ln>
              <a:noFill/>
            </a:ln>
          </p:spPr>
          <p:txBody>
            <a:bodyPr spcFirstLastPara="1" wrap="square" lIns="91425" tIns="91425" rIns="91425" bIns="91425" anchor="t" anchorCtr="0">
              <a:noAutofit/>
            </a:bodyPr>
            <a:lstStyle/>
            <a:p>
              <a:pPr marL="0" lvl="0" indent="0" algn="ctr" rtl="0">
                <a:lnSpc>
                  <a:spcPct val="115000"/>
                </a:lnSpc>
                <a:spcBef>
                  <a:spcPts val="0"/>
                </a:spcBef>
                <a:spcAft>
                  <a:spcPts val="1600"/>
                </a:spcAft>
                <a:buNone/>
              </a:pPr>
              <a:r>
                <a:rPr lang="en-GB" sz="800">
                  <a:solidFill>
                    <a:srgbClr val="A7291E"/>
                  </a:solidFill>
                  <a:latin typeface="Roboto"/>
                  <a:ea typeface="Roboto"/>
                  <a:cs typeface="Roboto"/>
                  <a:sym typeface="Roboto"/>
                </a:rPr>
                <a:t>Analyse and clean the data. Handling missing &amp; duplicate values.</a:t>
              </a:r>
              <a:endParaRPr sz="800">
                <a:solidFill>
                  <a:srgbClr val="A7291E"/>
                </a:solidFill>
                <a:latin typeface="Roboto"/>
                <a:ea typeface="Roboto"/>
                <a:cs typeface="Roboto"/>
                <a:sym typeface="Roboto"/>
              </a:endParaRPr>
            </a:p>
          </p:txBody>
        </p:sp>
      </p:grpSp>
      <p:grpSp>
        <p:nvGrpSpPr>
          <p:cNvPr id="152" name="Google Shape;152;p16"/>
          <p:cNvGrpSpPr/>
          <p:nvPr/>
        </p:nvGrpSpPr>
        <p:grpSpPr>
          <a:xfrm>
            <a:off x="2699423" y="1957150"/>
            <a:ext cx="1709103" cy="1897977"/>
            <a:chOff x="2699423" y="1957150"/>
            <a:chExt cx="1709103" cy="1897977"/>
          </a:xfrm>
        </p:grpSpPr>
        <p:sp>
          <p:nvSpPr>
            <p:cNvPr id="153" name="Google Shape;153;p16"/>
            <p:cNvSpPr/>
            <p:nvPr/>
          </p:nvSpPr>
          <p:spPr>
            <a:xfrm>
              <a:off x="3256823" y="1957150"/>
              <a:ext cx="594300" cy="594300"/>
            </a:xfrm>
            <a:prstGeom prst="ellipse">
              <a:avLst/>
            </a:prstGeom>
            <a:noFill/>
            <a:ln w="38100" cap="flat" cmpd="sng">
              <a:solidFill>
                <a:srgbClr val="A7291E"/>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4" name="Google Shape;154;p16"/>
            <p:cNvSpPr txBox="1"/>
            <p:nvPr/>
          </p:nvSpPr>
          <p:spPr>
            <a:xfrm>
              <a:off x="2699425" y="2660925"/>
              <a:ext cx="1709100" cy="446400"/>
            </a:xfrm>
            <a:prstGeom prst="rect">
              <a:avLst/>
            </a:prstGeom>
            <a:noFill/>
            <a:ln>
              <a:noFill/>
            </a:ln>
          </p:spPr>
          <p:txBody>
            <a:bodyPr spcFirstLastPara="1" wrap="square" lIns="91425" tIns="91425" rIns="91425" bIns="91425" anchor="b" anchorCtr="0">
              <a:noAutofit/>
            </a:bodyPr>
            <a:lstStyle/>
            <a:p>
              <a:pPr marL="0" lvl="0" indent="0" algn="ctr" rtl="0">
                <a:lnSpc>
                  <a:spcPct val="115000"/>
                </a:lnSpc>
                <a:spcBef>
                  <a:spcPts val="0"/>
                </a:spcBef>
                <a:spcAft>
                  <a:spcPts val="0"/>
                </a:spcAft>
                <a:buNone/>
              </a:pPr>
              <a:r>
                <a:rPr lang="en-GB" sz="1000" b="1">
                  <a:solidFill>
                    <a:srgbClr val="A7291E"/>
                  </a:solidFill>
                  <a:latin typeface="Roboto"/>
                  <a:ea typeface="Roboto"/>
                  <a:cs typeface="Roboto"/>
                  <a:sym typeface="Roboto"/>
                </a:rPr>
                <a:t>EDA</a:t>
              </a:r>
              <a:endParaRPr sz="1000" b="1">
                <a:solidFill>
                  <a:srgbClr val="A7291E"/>
                </a:solidFill>
                <a:latin typeface="Roboto"/>
                <a:ea typeface="Roboto"/>
                <a:cs typeface="Roboto"/>
                <a:sym typeface="Roboto"/>
              </a:endParaRPr>
            </a:p>
          </p:txBody>
        </p:sp>
        <p:sp>
          <p:nvSpPr>
            <p:cNvPr id="155" name="Google Shape;155;p16"/>
            <p:cNvSpPr txBox="1"/>
            <p:nvPr/>
          </p:nvSpPr>
          <p:spPr>
            <a:xfrm>
              <a:off x="2699423" y="3117727"/>
              <a:ext cx="1709100" cy="737400"/>
            </a:xfrm>
            <a:prstGeom prst="rect">
              <a:avLst/>
            </a:prstGeom>
            <a:noFill/>
            <a:ln>
              <a:noFill/>
            </a:ln>
          </p:spPr>
          <p:txBody>
            <a:bodyPr spcFirstLastPara="1" wrap="square" lIns="91425" tIns="91425" rIns="91425" bIns="91425" anchor="t" anchorCtr="0">
              <a:noAutofit/>
            </a:bodyPr>
            <a:lstStyle/>
            <a:p>
              <a:pPr marL="0" lvl="0" indent="0" algn="ctr" rtl="0">
                <a:lnSpc>
                  <a:spcPct val="115000"/>
                </a:lnSpc>
                <a:spcBef>
                  <a:spcPts val="0"/>
                </a:spcBef>
                <a:spcAft>
                  <a:spcPts val="1600"/>
                </a:spcAft>
                <a:buNone/>
              </a:pPr>
              <a:r>
                <a:rPr lang="en-GB" sz="800">
                  <a:solidFill>
                    <a:srgbClr val="A7291E"/>
                  </a:solidFill>
                  <a:latin typeface="Roboto"/>
                  <a:ea typeface="Roboto"/>
                  <a:cs typeface="Roboto"/>
                  <a:sym typeface="Roboto"/>
                </a:rPr>
                <a:t>Performing Exploratory Data Analysis (EDA) to identify key performance indices.</a:t>
              </a:r>
              <a:endParaRPr sz="800">
                <a:solidFill>
                  <a:srgbClr val="A7291E"/>
                </a:solidFill>
                <a:latin typeface="Roboto"/>
                <a:ea typeface="Roboto"/>
                <a:cs typeface="Roboto"/>
                <a:sym typeface="Roboto"/>
              </a:endParaRPr>
            </a:p>
          </p:txBody>
        </p:sp>
        <p:sp>
          <p:nvSpPr>
            <p:cNvPr id="156" name="Google Shape;156;p16"/>
            <p:cNvSpPr txBox="1"/>
            <p:nvPr/>
          </p:nvSpPr>
          <p:spPr>
            <a:xfrm>
              <a:off x="3335573" y="2118324"/>
              <a:ext cx="436800" cy="321000"/>
            </a:xfrm>
            <a:prstGeom prst="rect">
              <a:avLst/>
            </a:prstGeom>
            <a:noFill/>
            <a:ln>
              <a:noFill/>
            </a:ln>
          </p:spPr>
          <p:txBody>
            <a:bodyPr spcFirstLastPara="1" wrap="square" lIns="91425" tIns="91425" rIns="91425" bIns="91425" anchor="t" anchorCtr="0">
              <a:noAutofit/>
            </a:bodyPr>
            <a:lstStyle/>
            <a:p>
              <a:pPr marL="0" lvl="0" indent="0" algn="ctr" rtl="0">
                <a:lnSpc>
                  <a:spcPct val="115000"/>
                </a:lnSpc>
                <a:spcBef>
                  <a:spcPts val="0"/>
                </a:spcBef>
                <a:spcAft>
                  <a:spcPts val="1600"/>
                </a:spcAft>
                <a:buNone/>
              </a:pPr>
              <a:r>
                <a:rPr lang="en-GB" sz="800" b="1">
                  <a:solidFill>
                    <a:srgbClr val="A7291E"/>
                  </a:solidFill>
                  <a:latin typeface="Roboto"/>
                  <a:ea typeface="Roboto"/>
                  <a:cs typeface="Roboto"/>
                  <a:sym typeface="Roboto"/>
                </a:rPr>
                <a:t>2</a:t>
              </a:r>
              <a:endParaRPr sz="800" b="1">
                <a:solidFill>
                  <a:srgbClr val="A7291E"/>
                </a:solidFill>
                <a:latin typeface="Roboto"/>
                <a:ea typeface="Roboto"/>
                <a:cs typeface="Roboto"/>
                <a:sym typeface="Roboto"/>
              </a:endParaRPr>
            </a:p>
          </p:txBody>
        </p:sp>
      </p:grpSp>
      <p:grpSp>
        <p:nvGrpSpPr>
          <p:cNvPr id="157" name="Google Shape;157;p16"/>
          <p:cNvGrpSpPr/>
          <p:nvPr/>
        </p:nvGrpSpPr>
        <p:grpSpPr>
          <a:xfrm>
            <a:off x="4781408" y="1957150"/>
            <a:ext cx="1709106" cy="1897975"/>
            <a:chOff x="4781408" y="1957150"/>
            <a:chExt cx="1709106" cy="1897975"/>
          </a:xfrm>
        </p:grpSpPr>
        <p:sp>
          <p:nvSpPr>
            <p:cNvPr id="158" name="Google Shape;158;p16"/>
            <p:cNvSpPr/>
            <p:nvPr/>
          </p:nvSpPr>
          <p:spPr>
            <a:xfrm>
              <a:off x="5338808" y="1957150"/>
              <a:ext cx="594300" cy="594300"/>
            </a:xfrm>
            <a:prstGeom prst="ellipse">
              <a:avLst/>
            </a:prstGeom>
            <a:noFill/>
            <a:ln w="38100" cap="flat" cmpd="sng">
              <a:solidFill>
                <a:srgbClr val="858585"/>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9" name="Google Shape;159;p16"/>
            <p:cNvSpPr txBox="1"/>
            <p:nvPr/>
          </p:nvSpPr>
          <p:spPr>
            <a:xfrm>
              <a:off x="4781413" y="2660925"/>
              <a:ext cx="1709100" cy="446400"/>
            </a:xfrm>
            <a:prstGeom prst="rect">
              <a:avLst/>
            </a:prstGeom>
            <a:noFill/>
            <a:ln>
              <a:noFill/>
            </a:ln>
          </p:spPr>
          <p:txBody>
            <a:bodyPr spcFirstLastPara="1" wrap="square" lIns="91425" tIns="91425" rIns="91425" bIns="91425" anchor="b" anchorCtr="0">
              <a:noAutofit/>
            </a:bodyPr>
            <a:lstStyle/>
            <a:p>
              <a:pPr marL="0" lvl="0" indent="0" algn="ctr" rtl="0">
                <a:lnSpc>
                  <a:spcPct val="115000"/>
                </a:lnSpc>
                <a:spcBef>
                  <a:spcPts val="0"/>
                </a:spcBef>
                <a:spcAft>
                  <a:spcPts val="0"/>
                </a:spcAft>
                <a:buNone/>
              </a:pPr>
              <a:r>
                <a:rPr lang="en-GB" sz="1000" b="1">
                  <a:solidFill>
                    <a:srgbClr val="858585"/>
                  </a:solidFill>
                  <a:latin typeface="Roboto"/>
                  <a:ea typeface="Roboto"/>
                  <a:cs typeface="Roboto"/>
                  <a:sym typeface="Roboto"/>
                </a:rPr>
                <a:t>Tableau Dashboard</a:t>
              </a:r>
              <a:endParaRPr sz="1000" b="1">
                <a:solidFill>
                  <a:srgbClr val="858585"/>
                </a:solidFill>
                <a:latin typeface="Roboto"/>
                <a:ea typeface="Roboto"/>
                <a:cs typeface="Roboto"/>
                <a:sym typeface="Roboto"/>
              </a:endParaRPr>
            </a:p>
          </p:txBody>
        </p:sp>
        <p:sp>
          <p:nvSpPr>
            <p:cNvPr id="160" name="Google Shape;160;p16"/>
            <p:cNvSpPr txBox="1"/>
            <p:nvPr/>
          </p:nvSpPr>
          <p:spPr>
            <a:xfrm>
              <a:off x="4781408" y="3117725"/>
              <a:ext cx="1709100" cy="737400"/>
            </a:xfrm>
            <a:prstGeom prst="rect">
              <a:avLst/>
            </a:prstGeom>
            <a:noFill/>
            <a:ln>
              <a:noFill/>
            </a:ln>
          </p:spPr>
          <p:txBody>
            <a:bodyPr spcFirstLastPara="1" wrap="square" lIns="91425" tIns="91425" rIns="91425" bIns="91425" anchor="t" anchorCtr="0">
              <a:noAutofit/>
            </a:bodyPr>
            <a:lstStyle/>
            <a:p>
              <a:pPr marL="0" lvl="0" indent="0" algn="ctr" rtl="0">
                <a:lnSpc>
                  <a:spcPct val="115000"/>
                </a:lnSpc>
                <a:spcBef>
                  <a:spcPts val="0"/>
                </a:spcBef>
                <a:spcAft>
                  <a:spcPts val="1600"/>
                </a:spcAft>
                <a:buNone/>
              </a:pPr>
              <a:r>
                <a:rPr lang="en-GB" sz="800">
                  <a:solidFill>
                    <a:srgbClr val="858585"/>
                  </a:solidFill>
                  <a:latin typeface="Roboto"/>
                  <a:ea typeface="Roboto"/>
                  <a:cs typeface="Roboto"/>
                  <a:sym typeface="Roboto"/>
                </a:rPr>
                <a:t>Prepare a Tableau dashboard to identify trends, patterns &amp; business insights</a:t>
              </a:r>
              <a:endParaRPr sz="800">
                <a:solidFill>
                  <a:srgbClr val="858585"/>
                </a:solidFill>
                <a:latin typeface="Roboto"/>
                <a:ea typeface="Roboto"/>
                <a:cs typeface="Roboto"/>
                <a:sym typeface="Roboto"/>
              </a:endParaRPr>
            </a:p>
          </p:txBody>
        </p:sp>
        <p:sp>
          <p:nvSpPr>
            <p:cNvPr id="161" name="Google Shape;161;p16"/>
            <p:cNvSpPr txBox="1"/>
            <p:nvPr/>
          </p:nvSpPr>
          <p:spPr>
            <a:xfrm>
              <a:off x="5417558" y="2118324"/>
              <a:ext cx="436800" cy="321000"/>
            </a:xfrm>
            <a:prstGeom prst="rect">
              <a:avLst/>
            </a:prstGeom>
            <a:noFill/>
            <a:ln>
              <a:noFill/>
            </a:ln>
          </p:spPr>
          <p:txBody>
            <a:bodyPr spcFirstLastPara="1" wrap="square" lIns="91425" tIns="91425" rIns="91425" bIns="91425" anchor="t" anchorCtr="0">
              <a:noAutofit/>
            </a:bodyPr>
            <a:lstStyle/>
            <a:p>
              <a:pPr marL="0" lvl="0" indent="0" algn="ctr" rtl="0">
                <a:lnSpc>
                  <a:spcPct val="115000"/>
                </a:lnSpc>
                <a:spcBef>
                  <a:spcPts val="0"/>
                </a:spcBef>
                <a:spcAft>
                  <a:spcPts val="1600"/>
                </a:spcAft>
                <a:buNone/>
              </a:pPr>
              <a:r>
                <a:rPr lang="en-GB" sz="800" b="1">
                  <a:solidFill>
                    <a:srgbClr val="858585"/>
                  </a:solidFill>
                  <a:latin typeface="Roboto"/>
                  <a:ea typeface="Roboto"/>
                  <a:cs typeface="Roboto"/>
                  <a:sym typeface="Roboto"/>
                </a:rPr>
                <a:t>3</a:t>
              </a:r>
              <a:endParaRPr sz="800" b="1">
                <a:solidFill>
                  <a:srgbClr val="858585"/>
                </a:solidFill>
                <a:latin typeface="Roboto"/>
                <a:ea typeface="Roboto"/>
                <a:cs typeface="Roboto"/>
                <a:sym typeface="Roboto"/>
              </a:endParaRPr>
            </a:p>
          </p:txBody>
        </p:sp>
      </p:grpSp>
      <p:grpSp>
        <p:nvGrpSpPr>
          <p:cNvPr id="162" name="Google Shape;162;p16"/>
          <p:cNvGrpSpPr/>
          <p:nvPr/>
        </p:nvGrpSpPr>
        <p:grpSpPr>
          <a:xfrm>
            <a:off x="6863386" y="1957150"/>
            <a:ext cx="1709102" cy="1897977"/>
            <a:chOff x="6863386" y="1957150"/>
            <a:chExt cx="1709102" cy="1897977"/>
          </a:xfrm>
        </p:grpSpPr>
        <p:sp>
          <p:nvSpPr>
            <p:cNvPr id="163" name="Google Shape;163;p16"/>
            <p:cNvSpPr/>
            <p:nvPr/>
          </p:nvSpPr>
          <p:spPr>
            <a:xfrm>
              <a:off x="7420786" y="1957150"/>
              <a:ext cx="594300" cy="594300"/>
            </a:xfrm>
            <a:prstGeom prst="ellipse">
              <a:avLst/>
            </a:prstGeom>
            <a:noFill/>
            <a:ln w="38100" cap="flat" cmpd="sng">
              <a:solidFill>
                <a:srgbClr val="858585"/>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4" name="Google Shape;164;p16"/>
            <p:cNvSpPr txBox="1"/>
            <p:nvPr/>
          </p:nvSpPr>
          <p:spPr>
            <a:xfrm>
              <a:off x="6863388" y="2660925"/>
              <a:ext cx="1709100" cy="446400"/>
            </a:xfrm>
            <a:prstGeom prst="rect">
              <a:avLst/>
            </a:prstGeom>
            <a:noFill/>
            <a:ln>
              <a:noFill/>
            </a:ln>
          </p:spPr>
          <p:txBody>
            <a:bodyPr spcFirstLastPara="1" wrap="square" lIns="91425" tIns="91425" rIns="91425" bIns="91425" anchor="b" anchorCtr="0">
              <a:noAutofit/>
            </a:bodyPr>
            <a:lstStyle/>
            <a:p>
              <a:pPr marL="0" lvl="0" indent="0" algn="ctr" rtl="0">
                <a:lnSpc>
                  <a:spcPct val="115000"/>
                </a:lnSpc>
                <a:spcBef>
                  <a:spcPts val="0"/>
                </a:spcBef>
                <a:spcAft>
                  <a:spcPts val="0"/>
                </a:spcAft>
                <a:buNone/>
              </a:pPr>
              <a:r>
                <a:rPr lang="en-GB" sz="1000" b="1">
                  <a:solidFill>
                    <a:srgbClr val="858585"/>
                  </a:solidFill>
                  <a:latin typeface="Roboto"/>
                  <a:ea typeface="Roboto"/>
                  <a:cs typeface="Roboto"/>
                  <a:sym typeface="Roboto"/>
                </a:rPr>
                <a:t>Findings and Recommendations</a:t>
              </a:r>
              <a:endParaRPr sz="1000" b="1">
                <a:solidFill>
                  <a:srgbClr val="858585"/>
                </a:solidFill>
                <a:latin typeface="Roboto"/>
                <a:ea typeface="Roboto"/>
                <a:cs typeface="Roboto"/>
                <a:sym typeface="Roboto"/>
              </a:endParaRPr>
            </a:p>
          </p:txBody>
        </p:sp>
        <p:sp>
          <p:nvSpPr>
            <p:cNvPr id="165" name="Google Shape;165;p16"/>
            <p:cNvSpPr txBox="1"/>
            <p:nvPr/>
          </p:nvSpPr>
          <p:spPr>
            <a:xfrm>
              <a:off x="6863386" y="3117727"/>
              <a:ext cx="1709100" cy="737400"/>
            </a:xfrm>
            <a:prstGeom prst="rect">
              <a:avLst/>
            </a:prstGeom>
            <a:noFill/>
            <a:ln>
              <a:noFill/>
            </a:ln>
          </p:spPr>
          <p:txBody>
            <a:bodyPr spcFirstLastPara="1" wrap="square" lIns="91425" tIns="91425" rIns="91425" bIns="91425" anchor="t" anchorCtr="0">
              <a:noAutofit/>
            </a:bodyPr>
            <a:lstStyle/>
            <a:p>
              <a:pPr marL="0" lvl="0" indent="0" algn="ctr" rtl="0">
                <a:lnSpc>
                  <a:spcPct val="115000"/>
                </a:lnSpc>
                <a:spcBef>
                  <a:spcPts val="0"/>
                </a:spcBef>
                <a:spcAft>
                  <a:spcPts val="1600"/>
                </a:spcAft>
                <a:buNone/>
              </a:pPr>
              <a:r>
                <a:rPr lang="en-GB" sz="800">
                  <a:solidFill>
                    <a:srgbClr val="858585"/>
                  </a:solidFill>
                  <a:latin typeface="Roboto"/>
                  <a:ea typeface="Roboto"/>
                  <a:cs typeface="Roboto"/>
                  <a:sym typeface="Roboto"/>
                </a:rPr>
                <a:t>Observe, analyse and summarise key findings and make recommendations</a:t>
              </a:r>
              <a:endParaRPr sz="800">
                <a:solidFill>
                  <a:srgbClr val="858585"/>
                </a:solidFill>
                <a:latin typeface="Roboto"/>
                <a:ea typeface="Roboto"/>
                <a:cs typeface="Roboto"/>
                <a:sym typeface="Roboto"/>
              </a:endParaRPr>
            </a:p>
          </p:txBody>
        </p:sp>
        <p:sp>
          <p:nvSpPr>
            <p:cNvPr id="166" name="Google Shape;166;p16"/>
            <p:cNvSpPr txBox="1"/>
            <p:nvPr/>
          </p:nvSpPr>
          <p:spPr>
            <a:xfrm>
              <a:off x="7499536" y="2118324"/>
              <a:ext cx="436800" cy="321000"/>
            </a:xfrm>
            <a:prstGeom prst="rect">
              <a:avLst/>
            </a:prstGeom>
            <a:noFill/>
            <a:ln>
              <a:noFill/>
            </a:ln>
          </p:spPr>
          <p:txBody>
            <a:bodyPr spcFirstLastPara="1" wrap="square" lIns="91425" tIns="91425" rIns="91425" bIns="91425" anchor="t" anchorCtr="0">
              <a:noAutofit/>
            </a:bodyPr>
            <a:lstStyle/>
            <a:p>
              <a:pPr marL="0" lvl="0" indent="0" algn="ctr" rtl="0">
                <a:lnSpc>
                  <a:spcPct val="115000"/>
                </a:lnSpc>
                <a:spcBef>
                  <a:spcPts val="0"/>
                </a:spcBef>
                <a:spcAft>
                  <a:spcPts val="1600"/>
                </a:spcAft>
                <a:buNone/>
              </a:pPr>
              <a:r>
                <a:rPr lang="en-GB" sz="800" b="1">
                  <a:solidFill>
                    <a:srgbClr val="858585"/>
                  </a:solidFill>
                  <a:latin typeface="Roboto"/>
                  <a:ea typeface="Roboto"/>
                  <a:cs typeface="Roboto"/>
                  <a:sym typeface="Roboto"/>
                </a:rPr>
                <a:t>4</a:t>
              </a:r>
              <a:endParaRPr sz="800" b="1">
                <a:solidFill>
                  <a:srgbClr val="858585"/>
                </a:solidFill>
                <a:latin typeface="Roboto"/>
                <a:ea typeface="Roboto"/>
                <a:cs typeface="Roboto"/>
                <a:sym typeface="Roboto"/>
              </a:endParaRPr>
            </a:p>
          </p:txBody>
        </p:sp>
      </p:grpSp>
      <p:sp>
        <p:nvSpPr>
          <p:cNvPr id="167" name="Google Shape;167;p16"/>
          <p:cNvSpPr/>
          <p:nvPr/>
        </p:nvSpPr>
        <p:spPr>
          <a:xfrm>
            <a:off x="4337175" y="2248113"/>
            <a:ext cx="594300" cy="36900"/>
          </a:xfrm>
          <a:prstGeom prst="roundRect">
            <a:avLst>
              <a:gd name="adj" fmla="val 50000"/>
            </a:avLst>
          </a:prstGeom>
          <a:solidFill>
            <a:srgbClr val="85858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8" name="Google Shape;168;p16"/>
          <p:cNvSpPr/>
          <p:nvPr/>
        </p:nvSpPr>
        <p:spPr>
          <a:xfrm>
            <a:off x="6419150" y="2248113"/>
            <a:ext cx="594300" cy="36900"/>
          </a:xfrm>
          <a:prstGeom prst="roundRect">
            <a:avLst>
              <a:gd name="adj" fmla="val 50000"/>
            </a:avLst>
          </a:prstGeom>
          <a:solidFill>
            <a:srgbClr val="85858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172"/>
        <p:cNvGrpSpPr/>
        <p:nvPr/>
      </p:nvGrpSpPr>
      <p:grpSpPr>
        <a:xfrm>
          <a:off x="0" y="0"/>
          <a:ext cx="0" cy="0"/>
          <a:chOff x="0" y="0"/>
          <a:chExt cx="0" cy="0"/>
        </a:xfrm>
      </p:grpSpPr>
      <p:sp>
        <p:nvSpPr>
          <p:cNvPr id="173" name="Google Shape;173;p17"/>
          <p:cNvSpPr txBox="1">
            <a:spLocks noGrp="1"/>
          </p:cNvSpPr>
          <p:nvPr>
            <p:ph type="title"/>
          </p:nvPr>
        </p:nvSpPr>
        <p:spPr>
          <a:xfrm>
            <a:off x="258575" y="422725"/>
            <a:ext cx="7505700" cy="954600"/>
          </a:xfrm>
          <a:prstGeom prst="rect">
            <a:avLst/>
          </a:prstGeom>
        </p:spPr>
        <p:txBody>
          <a:bodyPr spcFirstLastPara="1" wrap="square" lIns="91425" tIns="91425" rIns="91425" bIns="91425" anchor="t" anchorCtr="0">
            <a:normAutofit/>
          </a:bodyPr>
          <a:lstStyle/>
          <a:p>
            <a:pPr marL="0" lvl="0" indent="0" algn="l" rtl="0">
              <a:spcBef>
                <a:spcPts val="0"/>
              </a:spcBef>
              <a:spcAft>
                <a:spcPts val="0"/>
              </a:spcAft>
              <a:buNone/>
            </a:pPr>
            <a:r>
              <a:rPr lang="en-GB"/>
              <a:t>Dataset description</a:t>
            </a:r>
            <a:endParaRPr/>
          </a:p>
        </p:txBody>
      </p:sp>
      <p:sp>
        <p:nvSpPr>
          <p:cNvPr id="174" name="Google Shape;174;p17"/>
          <p:cNvSpPr txBox="1">
            <a:spLocks noGrp="1"/>
          </p:cNvSpPr>
          <p:nvPr>
            <p:ph type="body" idx="1"/>
          </p:nvPr>
        </p:nvSpPr>
        <p:spPr>
          <a:xfrm>
            <a:off x="311700" y="1290525"/>
            <a:ext cx="8520600" cy="3278400"/>
          </a:xfrm>
          <a:prstGeom prst="rect">
            <a:avLst/>
          </a:prstGeom>
        </p:spPr>
        <p:txBody>
          <a:bodyPr spcFirstLastPara="1" wrap="square" lIns="91425" tIns="91425" rIns="91425" bIns="91425" anchor="t" anchorCtr="0">
            <a:normAutofit/>
          </a:bodyPr>
          <a:lstStyle/>
          <a:p>
            <a:pPr marL="0" lvl="0" indent="0" algn="just" rtl="0">
              <a:spcBef>
                <a:spcPts val="0"/>
              </a:spcBef>
              <a:spcAft>
                <a:spcPts val="0"/>
              </a:spcAft>
              <a:buNone/>
            </a:pPr>
            <a:r>
              <a:rPr lang="en-GB" sz="1500">
                <a:solidFill>
                  <a:schemeClr val="accent1"/>
                </a:solidFill>
              </a:rPr>
              <a:t>About the data:</a:t>
            </a:r>
            <a:endParaRPr sz="1500">
              <a:solidFill>
                <a:srgbClr val="000000"/>
              </a:solidFill>
            </a:endParaRPr>
          </a:p>
          <a:p>
            <a:pPr marL="457200" lvl="0" indent="-317500" algn="just" rtl="0">
              <a:spcBef>
                <a:spcPts val="1200"/>
              </a:spcBef>
              <a:spcAft>
                <a:spcPts val="0"/>
              </a:spcAft>
              <a:buClr>
                <a:srgbClr val="000000"/>
              </a:buClr>
              <a:buSzPts val="1400"/>
              <a:buChar char="●"/>
            </a:pPr>
            <a:r>
              <a:rPr lang="en-GB" sz="1400">
                <a:solidFill>
                  <a:srgbClr val="000000"/>
                </a:solidFill>
              </a:rPr>
              <a:t>We are using sales data of a retail store which has online and physical presence across India. It consist of 2 datasets: ‘Orders.csv’ &amp; ‘Details.csv’.</a:t>
            </a:r>
            <a:endParaRPr sz="1400">
              <a:solidFill>
                <a:srgbClr val="000000"/>
              </a:solidFill>
            </a:endParaRPr>
          </a:p>
          <a:p>
            <a:pPr marL="457200" lvl="0" indent="-317500" algn="just" rtl="0">
              <a:spcBef>
                <a:spcPts val="0"/>
              </a:spcBef>
              <a:spcAft>
                <a:spcPts val="0"/>
              </a:spcAft>
              <a:buClr>
                <a:srgbClr val="000000"/>
              </a:buClr>
              <a:buSzPts val="1400"/>
              <a:buChar char="●"/>
            </a:pPr>
            <a:r>
              <a:rPr lang="en-GB" sz="1400">
                <a:solidFill>
                  <a:srgbClr val="000000"/>
                </a:solidFill>
              </a:rPr>
              <a:t>Orders.csv contain information about customer orders, such as order date, mode of order, customer details etc.,</a:t>
            </a:r>
            <a:endParaRPr sz="1400">
              <a:solidFill>
                <a:srgbClr val="000000"/>
              </a:solidFill>
            </a:endParaRPr>
          </a:p>
          <a:p>
            <a:pPr marL="457200" lvl="0" indent="-317500" algn="just" rtl="0">
              <a:spcBef>
                <a:spcPts val="0"/>
              </a:spcBef>
              <a:spcAft>
                <a:spcPts val="0"/>
              </a:spcAft>
              <a:buClr>
                <a:srgbClr val="000000"/>
              </a:buClr>
              <a:buSzPts val="1400"/>
              <a:buChar char="●"/>
            </a:pPr>
            <a:r>
              <a:rPr lang="en-GB" sz="1400">
                <a:solidFill>
                  <a:srgbClr val="000000"/>
                </a:solidFill>
              </a:rPr>
              <a:t>Some of the key attributes from 'Orders' are:</a:t>
            </a:r>
            <a:endParaRPr sz="1400">
              <a:solidFill>
                <a:srgbClr val="000000"/>
              </a:solidFill>
            </a:endParaRPr>
          </a:p>
          <a:p>
            <a:pPr marL="914400" lvl="1" indent="-317500" algn="just" rtl="0">
              <a:spcBef>
                <a:spcPts val="0"/>
              </a:spcBef>
              <a:spcAft>
                <a:spcPts val="0"/>
              </a:spcAft>
              <a:buClr>
                <a:srgbClr val="000000"/>
              </a:buClr>
              <a:buSzPts val="1400"/>
              <a:buChar char="○"/>
            </a:pPr>
            <a:r>
              <a:rPr lang="en-GB" sz="1400">
                <a:solidFill>
                  <a:srgbClr val="000000"/>
                </a:solidFill>
              </a:rPr>
              <a:t>Order ID: A unique identifier for each order.</a:t>
            </a:r>
            <a:endParaRPr sz="1400">
              <a:solidFill>
                <a:srgbClr val="000000"/>
              </a:solidFill>
            </a:endParaRPr>
          </a:p>
          <a:p>
            <a:pPr marL="914400" lvl="1" indent="-317500" algn="just" rtl="0">
              <a:spcBef>
                <a:spcPts val="0"/>
              </a:spcBef>
              <a:spcAft>
                <a:spcPts val="0"/>
              </a:spcAft>
              <a:buClr>
                <a:srgbClr val="000000"/>
              </a:buClr>
              <a:buSzPts val="1400"/>
              <a:buChar char="○"/>
            </a:pPr>
            <a:r>
              <a:rPr lang="en-GB" sz="1400">
                <a:solidFill>
                  <a:srgbClr val="000000"/>
                </a:solidFill>
              </a:rPr>
              <a:t>Order Date: The date the order was placed.</a:t>
            </a:r>
            <a:endParaRPr sz="1400">
              <a:solidFill>
                <a:srgbClr val="000000"/>
              </a:solidFill>
            </a:endParaRPr>
          </a:p>
          <a:p>
            <a:pPr marL="914400" lvl="1" indent="-317500" algn="just" rtl="0">
              <a:spcBef>
                <a:spcPts val="0"/>
              </a:spcBef>
              <a:spcAft>
                <a:spcPts val="0"/>
              </a:spcAft>
              <a:buClr>
                <a:srgbClr val="000000"/>
              </a:buClr>
              <a:buSzPts val="1400"/>
              <a:buChar char="○"/>
            </a:pPr>
            <a:r>
              <a:rPr lang="en-GB" sz="1400">
                <a:solidFill>
                  <a:srgbClr val="000000"/>
                </a:solidFill>
              </a:rPr>
              <a:t>State: The state where the order was placed or shipped to.</a:t>
            </a:r>
            <a:endParaRPr sz="1400">
              <a:solidFill>
                <a:srgbClr val="000000"/>
              </a:solidFill>
            </a:endParaRPr>
          </a:p>
          <a:p>
            <a:pPr marL="914400" lvl="1" indent="-317500" algn="just" rtl="0">
              <a:spcBef>
                <a:spcPts val="0"/>
              </a:spcBef>
              <a:spcAft>
                <a:spcPts val="0"/>
              </a:spcAft>
              <a:buClr>
                <a:srgbClr val="000000"/>
              </a:buClr>
              <a:buSzPts val="1400"/>
              <a:buChar char="○"/>
            </a:pPr>
            <a:r>
              <a:rPr lang="en-GB" sz="1400">
                <a:solidFill>
                  <a:srgbClr val="000000"/>
                </a:solidFill>
              </a:rPr>
              <a:t>Order Mode: The method used to place the order (e.g., online, in-store).</a:t>
            </a:r>
            <a:endParaRPr sz="1400">
              <a:solidFill>
                <a:srgbClr val="000000"/>
              </a:solidFill>
            </a:endParaRPr>
          </a:p>
          <a:p>
            <a:pPr marL="0" lvl="0" indent="0" algn="just" rtl="0">
              <a:spcBef>
                <a:spcPts val="1200"/>
              </a:spcBef>
              <a:spcAft>
                <a:spcPts val="1200"/>
              </a:spcAft>
              <a:buNone/>
            </a:pPr>
            <a:endParaRPr sz="1500">
              <a:solidFill>
                <a:schemeClr val="accent1"/>
              </a:solidFill>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178"/>
        <p:cNvGrpSpPr/>
        <p:nvPr/>
      </p:nvGrpSpPr>
      <p:grpSpPr>
        <a:xfrm>
          <a:off x="0" y="0"/>
          <a:ext cx="0" cy="0"/>
          <a:chOff x="0" y="0"/>
          <a:chExt cx="0" cy="0"/>
        </a:xfrm>
      </p:grpSpPr>
      <p:sp>
        <p:nvSpPr>
          <p:cNvPr id="179" name="Google Shape;179;p18"/>
          <p:cNvSpPr txBox="1">
            <a:spLocks noGrp="1"/>
          </p:cNvSpPr>
          <p:nvPr>
            <p:ph type="body" idx="1"/>
          </p:nvPr>
        </p:nvSpPr>
        <p:spPr>
          <a:xfrm>
            <a:off x="311700" y="1290525"/>
            <a:ext cx="8520600" cy="3278400"/>
          </a:xfrm>
          <a:prstGeom prst="rect">
            <a:avLst/>
          </a:prstGeom>
        </p:spPr>
        <p:txBody>
          <a:bodyPr spcFirstLastPara="1" wrap="square" lIns="91425" tIns="91425" rIns="91425" bIns="91425" anchor="t" anchorCtr="0">
            <a:normAutofit/>
          </a:bodyPr>
          <a:lstStyle/>
          <a:p>
            <a:pPr marL="457200" lvl="0" indent="-317500" algn="just" rtl="0">
              <a:spcBef>
                <a:spcPts val="0"/>
              </a:spcBef>
              <a:spcAft>
                <a:spcPts val="0"/>
              </a:spcAft>
              <a:buClr>
                <a:srgbClr val="000000"/>
              </a:buClr>
              <a:buSzPts val="1400"/>
              <a:buChar char="●"/>
            </a:pPr>
            <a:r>
              <a:rPr lang="en-GB" sz="1400">
                <a:solidFill>
                  <a:srgbClr val="000000"/>
                </a:solidFill>
              </a:rPr>
              <a:t>Details.csv contain information about the items included in each order, such as product category, payment method, amount, and profit.</a:t>
            </a:r>
            <a:endParaRPr sz="1400">
              <a:solidFill>
                <a:srgbClr val="000000"/>
              </a:solidFill>
            </a:endParaRPr>
          </a:p>
          <a:p>
            <a:pPr marL="457200" lvl="0" indent="-317500" algn="just" rtl="0">
              <a:spcBef>
                <a:spcPts val="0"/>
              </a:spcBef>
              <a:spcAft>
                <a:spcPts val="0"/>
              </a:spcAft>
              <a:buClr>
                <a:srgbClr val="000000"/>
              </a:buClr>
              <a:buSzPts val="1400"/>
              <a:buChar char="●"/>
            </a:pPr>
            <a:r>
              <a:rPr lang="en-GB" sz="1400">
                <a:solidFill>
                  <a:srgbClr val="000000"/>
                </a:solidFill>
              </a:rPr>
              <a:t>Some of the key attributes from ‘Details’ are:</a:t>
            </a:r>
            <a:endParaRPr sz="1400">
              <a:solidFill>
                <a:srgbClr val="000000"/>
              </a:solidFill>
            </a:endParaRPr>
          </a:p>
          <a:p>
            <a:pPr marL="914400" lvl="1" indent="-317500" algn="just" rtl="0">
              <a:spcBef>
                <a:spcPts val="0"/>
              </a:spcBef>
              <a:spcAft>
                <a:spcPts val="0"/>
              </a:spcAft>
              <a:buClr>
                <a:srgbClr val="000000"/>
              </a:buClr>
              <a:buSzPts val="1400"/>
              <a:buChar char="○"/>
            </a:pPr>
            <a:r>
              <a:rPr lang="en-GB" sz="1400">
                <a:solidFill>
                  <a:srgbClr val="000000"/>
                </a:solidFill>
              </a:rPr>
              <a:t>Order ID: Links to the order ID in  ‘Orders’ dataset - Primary key </a:t>
            </a:r>
            <a:r>
              <a:rPr lang="en-GB">
                <a:solidFill>
                  <a:srgbClr val="000000"/>
                </a:solidFill>
              </a:rPr>
              <a:t>in </a:t>
            </a:r>
            <a:r>
              <a:rPr lang="en-GB" sz="1400">
                <a:solidFill>
                  <a:srgbClr val="000000"/>
                </a:solidFill>
              </a:rPr>
              <a:t>both the datasets.</a:t>
            </a:r>
            <a:endParaRPr sz="1400">
              <a:solidFill>
                <a:srgbClr val="000000"/>
              </a:solidFill>
            </a:endParaRPr>
          </a:p>
          <a:p>
            <a:pPr marL="914400" lvl="1" indent="-317500" algn="just" rtl="0">
              <a:spcBef>
                <a:spcPts val="0"/>
              </a:spcBef>
              <a:spcAft>
                <a:spcPts val="0"/>
              </a:spcAft>
              <a:buClr>
                <a:srgbClr val="000000"/>
              </a:buClr>
              <a:buSzPts val="1400"/>
              <a:buChar char="○"/>
            </a:pPr>
            <a:r>
              <a:rPr lang="en-GB" sz="1400">
                <a:solidFill>
                  <a:srgbClr val="000000"/>
                </a:solidFill>
              </a:rPr>
              <a:t>Category: The product category of the item.</a:t>
            </a:r>
            <a:endParaRPr sz="1400">
              <a:solidFill>
                <a:srgbClr val="000000"/>
              </a:solidFill>
            </a:endParaRPr>
          </a:p>
          <a:p>
            <a:pPr marL="914400" lvl="1" indent="-317500" algn="just" rtl="0">
              <a:spcBef>
                <a:spcPts val="0"/>
              </a:spcBef>
              <a:spcAft>
                <a:spcPts val="0"/>
              </a:spcAft>
              <a:buClr>
                <a:srgbClr val="000000"/>
              </a:buClr>
              <a:buSzPts val="1400"/>
              <a:buChar char="○"/>
            </a:pPr>
            <a:r>
              <a:rPr lang="en-GB" sz="1400">
                <a:solidFill>
                  <a:srgbClr val="000000"/>
                </a:solidFill>
              </a:rPr>
              <a:t>Payment Mode: The payment method used for the order.</a:t>
            </a:r>
            <a:endParaRPr sz="1400">
              <a:solidFill>
                <a:srgbClr val="000000"/>
              </a:solidFill>
            </a:endParaRPr>
          </a:p>
          <a:p>
            <a:pPr marL="914400" lvl="1" indent="-317500" algn="just" rtl="0">
              <a:spcBef>
                <a:spcPts val="0"/>
              </a:spcBef>
              <a:spcAft>
                <a:spcPts val="0"/>
              </a:spcAft>
              <a:buClr>
                <a:srgbClr val="000000"/>
              </a:buClr>
              <a:buSzPts val="1400"/>
              <a:buChar char="○"/>
            </a:pPr>
            <a:r>
              <a:rPr lang="en-GB" sz="1400">
                <a:solidFill>
                  <a:srgbClr val="000000"/>
                </a:solidFill>
              </a:rPr>
              <a:t>Amount: The total amount of the order</a:t>
            </a:r>
            <a:r>
              <a:rPr lang="en-GB">
                <a:solidFill>
                  <a:srgbClr val="000000"/>
                </a:solidFill>
              </a:rPr>
              <a:t> (revenue)</a:t>
            </a:r>
            <a:endParaRPr sz="1400">
              <a:solidFill>
                <a:srgbClr val="000000"/>
              </a:solidFill>
            </a:endParaRPr>
          </a:p>
          <a:p>
            <a:pPr marL="914400" lvl="1" indent="-317500" algn="just" rtl="0">
              <a:spcBef>
                <a:spcPts val="0"/>
              </a:spcBef>
              <a:spcAft>
                <a:spcPts val="0"/>
              </a:spcAft>
              <a:buClr>
                <a:srgbClr val="000000"/>
              </a:buClr>
              <a:buSzPts val="1400"/>
              <a:buChar char="○"/>
            </a:pPr>
            <a:r>
              <a:rPr lang="en-GB" sz="1400">
                <a:solidFill>
                  <a:srgbClr val="000000"/>
                </a:solidFill>
              </a:rPr>
              <a:t>Profit: The profit made on the order.</a:t>
            </a:r>
            <a:endParaRPr>
              <a:solidFill>
                <a:srgbClr val="000000"/>
              </a:solidFill>
            </a:endParaRPr>
          </a:p>
          <a:p>
            <a:pPr marL="457200" lvl="0" indent="-317500" algn="just" rtl="0">
              <a:spcBef>
                <a:spcPts val="0"/>
              </a:spcBef>
              <a:spcAft>
                <a:spcPts val="0"/>
              </a:spcAft>
              <a:buClr>
                <a:srgbClr val="000000"/>
              </a:buClr>
              <a:buSzPts val="1400"/>
              <a:buChar char="●"/>
            </a:pPr>
            <a:r>
              <a:rPr lang="en-GB" sz="1400">
                <a:solidFill>
                  <a:srgbClr val="000000"/>
                </a:solidFill>
              </a:rPr>
              <a:t>The dataset consists of approximately 1500 rows of sales data in 21 states of India.</a:t>
            </a:r>
            <a:endParaRPr sz="1400">
              <a:solidFill>
                <a:srgbClr val="000000"/>
              </a:solidFill>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183"/>
        <p:cNvGrpSpPr/>
        <p:nvPr/>
      </p:nvGrpSpPr>
      <p:grpSpPr>
        <a:xfrm>
          <a:off x="0" y="0"/>
          <a:ext cx="0" cy="0"/>
          <a:chOff x="0" y="0"/>
          <a:chExt cx="0" cy="0"/>
        </a:xfrm>
      </p:grpSpPr>
      <p:sp>
        <p:nvSpPr>
          <p:cNvPr id="184" name="Google Shape;184;p19"/>
          <p:cNvSpPr txBox="1">
            <a:spLocks noGrp="1"/>
          </p:cNvSpPr>
          <p:nvPr>
            <p:ph type="body" idx="1"/>
          </p:nvPr>
        </p:nvSpPr>
        <p:spPr>
          <a:xfrm>
            <a:off x="311700" y="3188625"/>
            <a:ext cx="8520600" cy="963900"/>
          </a:xfrm>
          <a:prstGeom prst="rect">
            <a:avLst/>
          </a:prstGeom>
        </p:spPr>
        <p:txBody>
          <a:bodyPr spcFirstLastPara="1" wrap="square" lIns="91425" tIns="91425" rIns="91425" bIns="91425" anchor="t" anchorCtr="0">
            <a:normAutofit/>
          </a:bodyPr>
          <a:lstStyle/>
          <a:p>
            <a:pPr marL="457200" lvl="0" indent="-317500" algn="just" rtl="0">
              <a:spcBef>
                <a:spcPts val="0"/>
              </a:spcBef>
              <a:spcAft>
                <a:spcPts val="0"/>
              </a:spcAft>
              <a:buClr>
                <a:srgbClr val="000000"/>
              </a:buClr>
              <a:buSzPts val="1400"/>
              <a:buChar char="●"/>
            </a:pPr>
            <a:r>
              <a:rPr lang="en-GB" sz="1400">
                <a:solidFill>
                  <a:srgbClr val="000000"/>
                </a:solidFill>
              </a:rPr>
              <a:t>Image on the left shows the sample data from ‘Orders’ dataset, and on the right shows the sample data from ‘Details’ dataset</a:t>
            </a:r>
            <a:endParaRPr sz="1400">
              <a:solidFill>
                <a:srgbClr val="000000"/>
              </a:solidFill>
            </a:endParaRPr>
          </a:p>
          <a:p>
            <a:pPr marL="457200" lvl="0" indent="-317500" algn="just" rtl="0">
              <a:spcBef>
                <a:spcPts val="0"/>
              </a:spcBef>
              <a:spcAft>
                <a:spcPts val="0"/>
              </a:spcAft>
              <a:buClr>
                <a:srgbClr val="000000"/>
              </a:buClr>
              <a:buSzPts val="1400"/>
              <a:buChar char="●"/>
            </a:pPr>
            <a:r>
              <a:rPr lang="en-GB" sz="1400">
                <a:solidFill>
                  <a:srgbClr val="000000"/>
                </a:solidFill>
              </a:rPr>
              <a:t>‘Order ID’ is the primary key for both the dataset.</a:t>
            </a:r>
            <a:endParaRPr sz="1400">
              <a:solidFill>
                <a:srgbClr val="000000"/>
              </a:solidFill>
            </a:endParaRPr>
          </a:p>
        </p:txBody>
      </p:sp>
      <p:pic>
        <p:nvPicPr>
          <p:cNvPr id="185" name="Google Shape;185;p19"/>
          <p:cNvPicPr preferRelativeResize="0"/>
          <p:nvPr/>
        </p:nvPicPr>
        <p:blipFill>
          <a:blip r:embed="rId3">
            <a:alphaModFix/>
          </a:blip>
          <a:stretch>
            <a:fillRect/>
          </a:stretch>
        </p:blipFill>
        <p:spPr>
          <a:xfrm>
            <a:off x="375100" y="1204024"/>
            <a:ext cx="4196900" cy="1693568"/>
          </a:xfrm>
          <a:prstGeom prst="rect">
            <a:avLst/>
          </a:prstGeom>
          <a:noFill/>
          <a:ln w="9525" cap="flat" cmpd="sng">
            <a:solidFill>
              <a:schemeClr val="lt1"/>
            </a:solidFill>
            <a:prstDash val="solid"/>
            <a:round/>
            <a:headEnd type="none" w="sm" len="sm"/>
            <a:tailEnd type="none" w="sm" len="sm"/>
          </a:ln>
        </p:spPr>
      </p:pic>
      <p:pic>
        <p:nvPicPr>
          <p:cNvPr id="186" name="Google Shape;186;p19"/>
          <p:cNvPicPr preferRelativeResize="0"/>
          <p:nvPr/>
        </p:nvPicPr>
        <p:blipFill>
          <a:blip r:embed="rId4">
            <a:alphaModFix/>
          </a:blip>
          <a:stretch>
            <a:fillRect/>
          </a:stretch>
        </p:blipFill>
        <p:spPr>
          <a:xfrm>
            <a:off x="4626600" y="1204025"/>
            <a:ext cx="4281471" cy="1693575"/>
          </a:xfrm>
          <a:prstGeom prst="rect">
            <a:avLst/>
          </a:prstGeom>
          <a:noFill/>
          <a:ln w="9525" cap="flat" cmpd="sng">
            <a:solidFill>
              <a:schemeClr val="lt1"/>
            </a:solidFill>
            <a:prstDash val="solid"/>
            <a:round/>
            <a:headEnd type="none" w="sm" len="sm"/>
            <a:tailEnd type="none" w="sm" len="sm"/>
          </a:ln>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190"/>
        <p:cNvGrpSpPr/>
        <p:nvPr/>
      </p:nvGrpSpPr>
      <p:grpSpPr>
        <a:xfrm>
          <a:off x="0" y="0"/>
          <a:ext cx="0" cy="0"/>
          <a:chOff x="0" y="0"/>
          <a:chExt cx="0" cy="0"/>
        </a:xfrm>
      </p:grpSpPr>
      <p:sp>
        <p:nvSpPr>
          <p:cNvPr id="191" name="Google Shape;191;p20"/>
          <p:cNvSpPr txBox="1">
            <a:spLocks noGrp="1"/>
          </p:cNvSpPr>
          <p:nvPr>
            <p:ph type="title"/>
          </p:nvPr>
        </p:nvSpPr>
        <p:spPr>
          <a:xfrm>
            <a:off x="311700" y="287675"/>
            <a:ext cx="8520600" cy="707400"/>
          </a:xfrm>
          <a:prstGeom prst="rect">
            <a:avLst/>
          </a:prstGeom>
        </p:spPr>
        <p:txBody>
          <a:bodyPr spcFirstLastPara="1" wrap="square" lIns="91425" tIns="91425" rIns="91425" bIns="91425" anchor="t" anchorCtr="0">
            <a:normAutofit/>
          </a:bodyPr>
          <a:lstStyle/>
          <a:p>
            <a:pPr marL="0" lvl="0" indent="0" algn="l" rtl="0">
              <a:spcBef>
                <a:spcPts val="0"/>
              </a:spcBef>
              <a:spcAft>
                <a:spcPts val="0"/>
              </a:spcAft>
              <a:buNone/>
            </a:pPr>
            <a:r>
              <a:rPr lang="en-GB"/>
              <a:t>Data Preprocessing</a:t>
            </a:r>
            <a:endParaRPr/>
          </a:p>
        </p:txBody>
      </p:sp>
      <p:sp>
        <p:nvSpPr>
          <p:cNvPr id="192" name="Google Shape;192;p20"/>
          <p:cNvSpPr txBox="1">
            <a:spLocks noGrp="1"/>
          </p:cNvSpPr>
          <p:nvPr>
            <p:ph type="body" idx="1"/>
          </p:nvPr>
        </p:nvSpPr>
        <p:spPr>
          <a:xfrm>
            <a:off x="311700" y="995075"/>
            <a:ext cx="8520600" cy="1194600"/>
          </a:xfrm>
          <a:prstGeom prst="rect">
            <a:avLst/>
          </a:prstGeom>
        </p:spPr>
        <p:txBody>
          <a:bodyPr spcFirstLastPara="1" wrap="square" lIns="91425" tIns="91425" rIns="91425" bIns="91425" anchor="t" anchorCtr="0">
            <a:normAutofit/>
          </a:bodyPr>
          <a:lstStyle/>
          <a:p>
            <a:pPr marL="457200" lvl="0" indent="-317500" algn="just" rtl="0">
              <a:spcBef>
                <a:spcPts val="0"/>
              </a:spcBef>
              <a:spcAft>
                <a:spcPts val="0"/>
              </a:spcAft>
              <a:buSzPts val="1400"/>
              <a:buChar char="●"/>
            </a:pPr>
            <a:r>
              <a:rPr lang="en-GB" sz="1400"/>
              <a:t>The data does not have any missing values, NaN values or duplicate rows. So, we were not needed to perform missing value treatment</a:t>
            </a:r>
            <a:endParaRPr sz="1400"/>
          </a:p>
          <a:p>
            <a:pPr marL="457200" lvl="0" indent="-317500" algn="just" rtl="0">
              <a:spcBef>
                <a:spcPts val="0"/>
              </a:spcBef>
              <a:spcAft>
                <a:spcPts val="0"/>
              </a:spcAft>
              <a:buSzPts val="1400"/>
              <a:buChar char="●"/>
            </a:pPr>
            <a:r>
              <a:rPr lang="en-GB" sz="1400"/>
              <a:t>For our Tableau dashboard (in next slides), we’ve wanted few more columns like ‘AOV’ (Average Order Value), and we’ve created them using existing columns</a:t>
            </a:r>
            <a:endParaRPr sz="1400"/>
          </a:p>
        </p:txBody>
      </p:sp>
      <p:pic>
        <p:nvPicPr>
          <p:cNvPr id="193" name="Google Shape;193;p20"/>
          <p:cNvPicPr preferRelativeResize="0"/>
          <p:nvPr/>
        </p:nvPicPr>
        <p:blipFill>
          <a:blip r:embed="rId3">
            <a:alphaModFix/>
          </a:blip>
          <a:stretch>
            <a:fillRect/>
          </a:stretch>
        </p:blipFill>
        <p:spPr>
          <a:xfrm>
            <a:off x="1626325" y="2189675"/>
            <a:ext cx="2987650" cy="1662050"/>
          </a:xfrm>
          <a:prstGeom prst="rect">
            <a:avLst/>
          </a:prstGeom>
          <a:noFill/>
          <a:ln>
            <a:noFill/>
          </a:ln>
        </p:spPr>
      </p:pic>
      <p:pic>
        <p:nvPicPr>
          <p:cNvPr id="194" name="Google Shape;194;p20"/>
          <p:cNvPicPr preferRelativeResize="0"/>
          <p:nvPr/>
        </p:nvPicPr>
        <p:blipFill>
          <a:blip r:embed="rId4">
            <a:alphaModFix/>
          </a:blip>
          <a:stretch>
            <a:fillRect/>
          </a:stretch>
        </p:blipFill>
        <p:spPr>
          <a:xfrm>
            <a:off x="4708150" y="2189679"/>
            <a:ext cx="2987650" cy="1662050"/>
          </a:xfrm>
          <a:prstGeom prst="rect">
            <a:avLst/>
          </a:prstGeom>
          <a:noFill/>
          <a:ln>
            <a:noFill/>
          </a:ln>
        </p:spPr>
      </p:pic>
      <p:sp>
        <p:nvSpPr>
          <p:cNvPr id="195" name="Google Shape;195;p20"/>
          <p:cNvSpPr txBox="1">
            <a:spLocks noGrp="1"/>
          </p:cNvSpPr>
          <p:nvPr>
            <p:ph type="body" idx="1"/>
          </p:nvPr>
        </p:nvSpPr>
        <p:spPr>
          <a:xfrm>
            <a:off x="311700" y="3908775"/>
            <a:ext cx="8520600" cy="819000"/>
          </a:xfrm>
          <a:prstGeom prst="rect">
            <a:avLst/>
          </a:prstGeom>
        </p:spPr>
        <p:txBody>
          <a:bodyPr spcFirstLastPara="1" wrap="square" lIns="91425" tIns="91425" rIns="91425" bIns="91425" anchor="t" anchorCtr="0">
            <a:normAutofit lnSpcReduction="20000"/>
          </a:bodyPr>
          <a:lstStyle/>
          <a:p>
            <a:pPr marL="457200" lvl="0" indent="-317500" algn="just" rtl="0">
              <a:spcBef>
                <a:spcPts val="0"/>
              </a:spcBef>
              <a:spcAft>
                <a:spcPts val="0"/>
              </a:spcAft>
              <a:buSzPts val="1400"/>
              <a:buChar char="●"/>
            </a:pPr>
            <a:r>
              <a:rPr lang="en-GB" sz="1400"/>
              <a:t>‘Amount’ &amp; ‘Profit’ seems to have values far off from 99th percentile, but we’ve decided not to remove them as these data points (when reviewed) belongs to different categories and removing them or modifying them might mislead our analysis</a:t>
            </a:r>
            <a:endParaRPr sz="140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199"/>
        <p:cNvGrpSpPr/>
        <p:nvPr/>
      </p:nvGrpSpPr>
      <p:grpSpPr>
        <a:xfrm>
          <a:off x="0" y="0"/>
          <a:ext cx="0" cy="0"/>
          <a:chOff x="0" y="0"/>
          <a:chExt cx="0" cy="0"/>
        </a:xfrm>
      </p:grpSpPr>
      <p:sp>
        <p:nvSpPr>
          <p:cNvPr id="200" name="Google Shape;200;p21"/>
          <p:cNvSpPr txBox="1">
            <a:spLocks noGrp="1"/>
          </p:cNvSpPr>
          <p:nvPr>
            <p:ph type="title"/>
          </p:nvPr>
        </p:nvSpPr>
        <p:spPr>
          <a:xfrm>
            <a:off x="311700" y="169650"/>
            <a:ext cx="8520600" cy="707400"/>
          </a:xfrm>
          <a:prstGeom prst="rect">
            <a:avLst/>
          </a:prstGeom>
        </p:spPr>
        <p:txBody>
          <a:bodyPr spcFirstLastPara="1" wrap="square" lIns="91425" tIns="91425" rIns="91425" bIns="91425" anchor="t" anchorCtr="0">
            <a:normAutofit/>
          </a:bodyPr>
          <a:lstStyle/>
          <a:p>
            <a:pPr marL="0" lvl="0" indent="0" algn="l" rtl="0">
              <a:spcBef>
                <a:spcPts val="0"/>
              </a:spcBef>
              <a:spcAft>
                <a:spcPts val="0"/>
              </a:spcAft>
              <a:buNone/>
            </a:pPr>
            <a:r>
              <a:rPr lang="en-GB"/>
              <a:t>EDA &amp; Descriptive Statistics:</a:t>
            </a:r>
            <a:endParaRPr/>
          </a:p>
        </p:txBody>
      </p:sp>
      <p:sp>
        <p:nvSpPr>
          <p:cNvPr id="201" name="Google Shape;201;p21"/>
          <p:cNvSpPr txBox="1">
            <a:spLocks noGrp="1"/>
          </p:cNvSpPr>
          <p:nvPr>
            <p:ph type="body" idx="1"/>
          </p:nvPr>
        </p:nvSpPr>
        <p:spPr>
          <a:xfrm>
            <a:off x="311700" y="3119750"/>
            <a:ext cx="8520600" cy="1675500"/>
          </a:xfrm>
          <a:prstGeom prst="rect">
            <a:avLst/>
          </a:prstGeom>
        </p:spPr>
        <p:txBody>
          <a:bodyPr spcFirstLastPara="1" wrap="square" lIns="91425" tIns="91425" rIns="91425" bIns="91425" anchor="t" anchorCtr="0">
            <a:normAutofit lnSpcReduction="20000"/>
          </a:bodyPr>
          <a:lstStyle/>
          <a:p>
            <a:pPr marL="457200" lvl="0" indent="-317500" algn="just" rtl="0">
              <a:spcBef>
                <a:spcPts val="0"/>
              </a:spcBef>
              <a:spcAft>
                <a:spcPts val="0"/>
              </a:spcAft>
              <a:buClr>
                <a:srgbClr val="000000"/>
              </a:buClr>
              <a:buSzPts val="1400"/>
              <a:buChar char="●"/>
            </a:pPr>
            <a:r>
              <a:rPr lang="en-GB" sz="1400">
                <a:solidFill>
                  <a:srgbClr val="000000"/>
                </a:solidFill>
              </a:rPr>
              <a:t>We’ve performed exploratory data analysis using python’s matplotlib &amp; seaborn library on various attributes of the data</a:t>
            </a:r>
            <a:endParaRPr sz="1400">
              <a:solidFill>
                <a:srgbClr val="000000"/>
              </a:solidFill>
            </a:endParaRPr>
          </a:p>
          <a:p>
            <a:pPr marL="457200" lvl="0" indent="-317500" algn="just" rtl="0">
              <a:spcBef>
                <a:spcPts val="0"/>
              </a:spcBef>
              <a:spcAft>
                <a:spcPts val="0"/>
              </a:spcAft>
              <a:buClr>
                <a:srgbClr val="000000"/>
              </a:buClr>
              <a:buSzPts val="1400"/>
              <a:buChar char="●"/>
            </a:pPr>
            <a:r>
              <a:rPr lang="en-GB" sz="1400">
                <a:solidFill>
                  <a:srgbClr val="000000"/>
                </a:solidFill>
              </a:rPr>
              <a:t>Plot on left shows that, customers are preferring ‘Online’ mode of purchase than ‘In-Store’ mode.</a:t>
            </a:r>
            <a:endParaRPr sz="1400">
              <a:solidFill>
                <a:srgbClr val="000000"/>
              </a:solidFill>
            </a:endParaRPr>
          </a:p>
          <a:p>
            <a:pPr marL="457200" lvl="0" indent="-317500" algn="just" rtl="0">
              <a:spcBef>
                <a:spcPts val="0"/>
              </a:spcBef>
              <a:spcAft>
                <a:spcPts val="0"/>
              </a:spcAft>
              <a:buClr>
                <a:srgbClr val="000000"/>
              </a:buClr>
              <a:buSzPts val="1400"/>
              <a:buChar char="●"/>
            </a:pPr>
            <a:r>
              <a:rPr lang="en-GB" sz="1400">
                <a:solidFill>
                  <a:srgbClr val="000000"/>
                </a:solidFill>
              </a:rPr>
              <a:t>From the plot on the right, it is clearly evident that states with strong telecommunication infrastructure tend to have higher rates of online purchases</a:t>
            </a:r>
            <a:endParaRPr sz="1400">
              <a:solidFill>
                <a:srgbClr val="000000"/>
              </a:solidFill>
            </a:endParaRPr>
          </a:p>
          <a:p>
            <a:pPr marL="457200" lvl="0" indent="-317500" algn="just" rtl="0">
              <a:spcBef>
                <a:spcPts val="0"/>
              </a:spcBef>
              <a:spcAft>
                <a:spcPts val="0"/>
              </a:spcAft>
              <a:buClr>
                <a:srgbClr val="000000"/>
              </a:buClr>
              <a:buSzPts val="1400"/>
              <a:buChar char="●"/>
            </a:pPr>
            <a:r>
              <a:rPr lang="en-GB" sz="1400">
                <a:solidFill>
                  <a:srgbClr val="000000"/>
                </a:solidFill>
              </a:rPr>
              <a:t>Maharashtra &amp; Madhya Pradesh leads the overall sales, which tells us that sales are directly proportional to the state’s population as these two are the most populous states of India, and so highest sales</a:t>
            </a:r>
            <a:endParaRPr sz="1400">
              <a:solidFill>
                <a:srgbClr val="000000"/>
              </a:solidFill>
            </a:endParaRPr>
          </a:p>
        </p:txBody>
      </p:sp>
      <p:pic>
        <p:nvPicPr>
          <p:cNvPr id="202" name="Google Shape;202;p21"/>
          <p:cNvPicPr preferRelativeResize="0"/>
          <p:nvPr/>
        </p:nvPicPr>
        <p:blipFill>
          <a:blip r:embed="rId3">
            <a:alphaModFix/>
          </a:blip>
          <a:stretch>
            <a:fillRect/>
          </a:stretch>
        </p:blipFill>
        <p:spPr>
          <a:xfrm>
            <a:off x="4445888" y="813100"/>
            <a:ext cx="3754863" cy="2100124"/>
          </a:xfrm>
          <a:prstGeom prst="rect">
            <a:avLst/>
          </a:prstGeom>
          <a:noFill/>
          <a:ln w="9525" cap="flat" cmpd="sng">
            <a:solidFill>
              <a:schemeClr val="accent1"/>
            </a:solidFill>
            <a:prstDash val="solid"/>
            <a:round/>
            <a:headEnd type="none" w="sm" len="sm"/>
            <a:tailEnd type="none" w="sm" len="sm"/>
          </a:ln>
        </p:spPr>
      </p:pic>
      <p:pic>
        <p:nvPicPr>
          <p:cNvPr id="203" name="Google Shape;203;p21"/>
          <p:cNvPicPr preferRelativeResize="0"/>
          <p:nvPr/>
        </p:nvPicPr>
        <p:blipFill>
          <a:blip r:embed="rId4">
            <a:alphaModFix/>
          </a:blip>
          <a:stretch>
            <a:fillRect/>
          </a:stretch>
        </p:blipFill>
        <p:spPr>
          <a:xfrm>
            <a:off x="1000575" y="813100"/>
            <a:ext cx="3377476" cy="2100125"/>
          </a:xfrm>
          <a:prstGeom prst="rect">
            <a:avLst/>
          </a:prstGeom>
          <a:noFill/>
          <a:ln w="9525" cap="flat" cmpd="sng">
            <a:solidFill>
              <a:schemeClr val="accent1"/>
            </a:solidFill>
            <a:prstDash val="solid"/>
            <a:round/>
            <a:headEnd type="none" w="sm" len="sm"/>
            <a:tailEnd type="none" w="sm" len="sm"/>
          </a:ln>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207"/>
        <p:cNvGrpSpPr/>
        <p:nvPr/>
      </p:nvGrpSpPr>
      <p:grpSpPr>
        <a:xfrm>
          <a:off x="0" y="0"/>
          <a:ext cx="0" cy="0"/>
          <a:chOff x="0" y="0"/>
          <a:chExt cx="0" cy="0"/>
        </a:xfrm>
      </p:grpSpPr>
      <p:sp>
        <p:nvSpPr>
          <p:cNvPr id="208" name="Google Shape;208;p22"/>
          <p:cNvSpPr txBox="1">
            <a:spLocks noGrp="1"/>
          </p:cNvSpPr>
          <p:nvPr>
            <p:ph type="title"/>
          </p:nvPr>
        </p:nvSpPr>
        <p:spPr>
          <a:xfrm>
            <a:off x="311700" y="169650"/>
            <a:ext cx="8520600" cy="707400"/>
          </a:xfrm>
          <a:prstGeom prst="rect">
            <a:avLst/>
          </a:prstGeom>
        </p:spPr>
        <p:txBody>
          <a:bodyPr spcFirstLastPara="1" wrap="square" lIns="91425" tIns="91425" rIns="91425" bIns="91425" anchor="t" anchorCtr="0">
            <a:normAutofit/>
          </a:bodyPr>
          <a:lstStyle/>
          <a:p>
            <a:pPr marL="0" lvl="0" indent="0" algn="l" rtl="0">
              <a:spcBef>
                <a:spcPts val="0"/>
              </a:spcBef>
              <a:spcAft>
                <a:spcPts val="0"/>
              </a:spcAft>
              <a:buNone/>
            </a:pPr>
            <a:r>
              <a:rPr lang="en-GB"/>
              <a:t>EDA &amp; Descriptive Statistics:</a:t>
            </a:r>
            <a:endParaRPr/>
          </a:p>
        </p:txBody>
      </p:sp>
      <p:sp>
        <p:nvSpPr>
          <p:cNvPr id="209" name="Google Shape;209;p22"/>
          <p:cNvSpPr txBox="1">
            <a:spLocks noGrp="1"/>
          </p:cNvSpPr>
          <p:nvPr>
            <p:ph type="body" idx="1"/>
          </p:nvPr>
        </p:nvSpPr>
        <p:spPr>
          <a:xfrm>
            <a:off x="311700" y="3119750"/>
            <a:ext cx="8520600" cy="1675500"/>
          </a:xfrm>
          <a:prstGeom prst="rect">
            <a:avLst/>
          </a:prstGeom>
        </p:spPr>
        <p:txBody>
          <a:bodyPr spcFirstLastPara="1" wrap="square" lIns="91425" tIns="91425" rIns="91425" bIns="91425" anchor="t" anchorCtr="0">
            <a:normAutofit/>
          </a:bodyPr>
          <a:lstStyle/>
          <a:p>
            <a:pPr marL="457200" lvl="0" indent="-317500" algn="just" rtl="0">
              <a:spcBef>
                <a:spcPts val="0"/>
              </a:spcBef>
              <a:spcAft>
                <a:spcPts val="0"/>
              </a:spcAft>
              <a:buClr>
                <a:srgbClr val="000000"/>
              </a:buClr>
              <a:buSzPts val="1400"/>
              <a:buChar char="●"/>
            </a:pPr>
            <a:r>
              <a:rPr lang="en-GB" sz="1400">
                <a:solidFill>
                  <a:srgbClr val="000000"/>
                </a:solidFill>
              </a:rPr>
              <a:t>Analysis on ‘Details.csv’ shows that ‘Clothing’ category has the highest sales followed by electronics, and furniture with the least sales</a:t>
            </a:r>
            <a:endParaRPr sz="1400">
              <a:solidFill>
                <a:srgbClr val="000000"/>
              </a:solidFill>
            </a:endParaRPr>
          </a:p>
          <a:p>
            <a:pPr marL="457200" lvl="0" indent="-317500" algn="just" rtl="0">
              <a:spcBef>
                <a:spcPts val="0"/>
              </a:spcBef>
              <a:spcAft>
                <a:spcPts val="0"/>
              </a:spcAft>
              <a:buClr>
                <a:srgbClr val="000000"/>
              </a:buClr>
              <a:buSzPts val="1400"/>
              <a:buChar char="●"/>
            </a:pPr>
            <a:r>
              <a:rPr lang="en-GB" sz="1400">
                <a:solidFill>
                  <a:srgbClr val="000000"/>
                </a:solidFill>
              </a:rPr>
              <a:t>However, ‘Furniture’ category has the highest profit variance and ‘Clothing’ with the least profit variance. This clearly tells us that ‘Furniture’ item despite having less sales generate huge profits</a:t>
            </a:r>
            <a:endParaRPr sz="1400">
              <a:solidFill>
                <a:srgbClr val="000000"/>
              </a:solidFill>
            </a:endParaRPr>
          </a:p>
        </p:txBody>
      </p:sp>
      <p:pic>
        <p:nvPicPr>
          <p:cNvPr id="210" name="Google Shape;210;p22"/>
          <p:cNvPicPr preferRelativeResize="0"/>
          <p:nvPr/>
        </p:nvPicPr>
        <p:blipFill>
          <a:blip r:embed="rId3">
            <a:alphaModFix/>
          </a:blip>
          <a:stretch>
            <a:fillRect/>
          </a:stretch>
        </p:blipFill>
        <p:spPr>
          <a:xfrm>
            <a:off x="707250" y="822925"/>
            <a:ext cx="3152734" cy="2100125"/>
          </a:xfrm>
          <a:prstGeom prst="rect">
            <a:avLst/>
          </a:prstGeom>
          <a:noFill/>
          <a:ln w="9525" cap="flat" cmpd="sng">
            <a:solidFill>
              <a:schemeClr val="accent1"/>
            </a:solidFill>
            <a:prstDash val="solid"/>
            <a:round/>
            <a:headEnd type="none" w="sm" len="sm"/>
            <a:tailEnd type="none" w="sm" len="sm"/>
          </a:ln>
        </p:spPr>
      </p:pic>
      <p:pic>
        <p:nvPicPr>
          <p:cNvPr id="211" name="Google Shape;211;p22"/>
          <p:cNvPicPr preferRelativeResize="0"/>
          <p:nvPr/>
        </p:nvPicPr>
        <p:blipFill>
          <a:blip r:embed="rId4">
            <a:alphaModFix/>
          </a:blip>
          <a:stretch>
            <a:fillRect/>
          </a:stretch>
        </p:blipFill>
        <p:spPr>
          <a:xfrm>
            <a:off x="4046825" y="822925"/>
            <a:ext cx="4510374" cy="2100125"/>
          </a:xfrm>
          <a:prstGeom prst="rect">
            <a:avLst/>
          </a:prstGeom>
          <a:noFill/>
          <a:ln w="9525" cap="flat" cmpd="sng">
            <a:solidFill>
              <a:schemeClr val="accent1"/>
            </a:solidFill>
            <a:prstDash val="solid"/>
            <a:round/>
            <a:headEnd type="none" w="sm" len="sm"/>
            <a:tailEnd type="none" w="sm" len="sm"/>
          </a:ln>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215"/>
        <p:cNvGrpSpPr/>
        <p:nvPr/>
      </p:nvGrpSpPr>
      <p:grpSpPr>
        <a:xfrm>
          <a:off x="0" y="0"/>
          <a:ext cx="0" cy="0"/>
          <a:chOff x="0" y="0"/>
          <a:chExt cx="0" cy="0"/>
        </a:xfrm>
      </p:grpSpPr>
      <p:sp>
        <p:nvSpPr>
          <p:cNvPr id="216" name="Google Shape;216;p23"/>
          <p:cNvSpPr txBox="1">
            <a:spLocks noGrp="1"/>
          </p:cNvSpPr>
          <p:nvPr>
            <p:ph type="title"/>
          </p:nvPr>
        </p:nvSpPr>
        <p:spPr>
          <a:xfrm>
            <a:off x="311700" y="169650"/>
            <a:ext cx="8520600" cy="707400"/>
          </a:xfrm>
          <a:prstGeom prst="rect">
            <a:avLst/>
          </a:prstGeom>
        </p:spPr>
        <p:txBody>
          <a:bodyPr spcFirstLastPara="1" wrap="square" lIns="91425" tIns="91425" rIns="91425" bIns="91425" anchor="t" anchorCtr="0">
            <a:normAutofit/>
          </a:bodyPr>
          <a:lstStyle/>
          <a:p>
            <a:pPr marL="0" lvl="0" indent="0" algn="l" rtl="0">
              <a:spcBef>
                <a:spcPts val="0"/>
              </a:spcBef>
              <a:spcAft>
                <a:spcPts val="0"/>
              </a:spcAft>
              <a:buNone/>
            </a:pPr>
            <a:r>
              <a:rPr lang="en-GB"/>
              <a:t>EDA &amp; Descriptive Statistics:</a:t>
            </a:r>
            <a:endParaRPr/>
          </a:p>
        </p:txBody>
      </p:sp>
      <p:sp>
        <p:nvSpPr>
          <p:cNvPr id="217" name="Google Shape;217;p23"/>
          <p:cNvSpPr txBox="1">
            <a:spLocks noGrp="1"/>
          </p:cNvSpPr>
          <p:nvPr>
            <p:ph type="body" idx="1"/>
          </p:nvPr>
        </p:nvSpPr>
        <p:spPr>
          <a:xfrm>
            <a:off x="311700" y="3119750"/>
            <a:ext cx="8520600" cy="1675500"/>
          </a:xfrm>
          <a:prstGeom prst="rect">
            <a:avLst/>
          </a:prstGeom>
        </p:spPr>
        <p:txBody>
          <a:bodyPr spcFirstLastPara="1" wrap="square" lIns="91425" tIns="91425" rIns="91425" bIns="91425" anchor="t" anchorCtr="0">
            <a:normAutofit/>
          </a:bodyPr>
          <a:lstStyle/>
          <a:p>
            <a:pPr marL="457200" lvl="0" indent="-317500" algn="just" rtl="0">
              <a:spcBef>
                <a:spcPts val="0"/>
              </a:spcBef>
              <a:spcAft>
                <a:spcPts val="0"/>
              </a:spcAft>
              <a:buClr>
                <a:srgbClr val="000000"/>
              </a:buClr>
              <a:buSzPts val="1400"/>
              <a:buChar char="●"/>
            </a:pPr>
            <a:r>
              <a:rPr lang="en-GB" sz="1400">
                <a:solidFill>
                  <a:srgbClr val="000000"/>
                </a:solidFill>
              </a:rPr>
              <a:t>Above plot shows the variance in ‘PaymentMode’ with ‘Amount’ (or Revenue) &amp; ‘PaymentMode’ with ‘Profit’. From the above plot we can say that, customers are preferring ‘EMI’ or ‘Credit Card’ mode of payment when purchasing items (which are generating high revenue).</a:t>
            </a:r>
            <a:endParaRPr sz="1400">
              <a:solidFill>
                <a:srgbClr val="000000"/>
              </a:solidFill>
            </a:endParaRPr>
          </a:p>
          <a:p>
            <a:pPr marL="457200" lvl="0" indent="-317500" algn="just" rtl="0">
              <a:spcBef>
                <a:spcPts val="0"/>
              </a:spcBef>
              <a:spcAft>
                <a:spcPts val="0"/>
              </a:spcAft>
              <a:buClr>
                <a:srgbClr val="000000"/>
              </a:buClr>
              <a:buSzPts val="1400"/>
              <a:buChar char="●"/>
            </a:pPr>
            <a:r>
              <a:rPr lang="en-GB" sz="1400">
                <a:solidFill>
                  <a:srgbClr val="000000"/>
                </a:solidFill>
              </a:rPr>
              <a:t>However, losses are also high for sales with ‘EMI’ or ‘Credit Card’ mode of payment. So there is significant risk involved with allowing ‘EMI’ or ‘Credit Card’ despite generating high revenues &amp; profits.</a:t>
            </a:r>
            <a:endParaRPr sz="1400">
              <a:solidFill>
                <a:srgbClr val="000000"/>
              </a:solidFill>
            </a:endParaRPr>
          </a:p>
        </p:txBody>
      </p:sp>
      <p:pic>
        <p:nvPicPr>
          <p:cNvPr id="218" name="Google Shape;218;p23"/>
          <p:cNvPicPr preferRelativeResize="0"/>
          <p:nvPr/>
        </p:nvPicPr>
        <p:blipFill>
          <a:blip r:embed="rId3">
            <a:alphaModFix/>
          </a:blip>
          <a:stretch>
            <a:fillRect/>
          </a:stretch>
        </p:blipFill>
        <p:spPr>
          <a:xfrm>
            <a:off x="610538" y="1029450"/>
            <a:ext cx="3905329" cy="1937900"/>
          </a:xfrm>
          <a:prstGeom prst="rect">
            <a:avLst/>
          </a:prstGeom>
          <a:noFill/>
          <a:ln w="9525" cap="flat" cmpd="sng">
            <a:solidFill>
              <a:schemeClr val="accent1"/>
            </a:solidFill>
            <a:prstDash val="solid"/>
            <a:round/>
            <a:headEnd type="none" w="sm" len="sm"/>
            <a:tailEnd type="none" w="sm" len="sm"/>
          </a:ln>
        </p:spPr>
      </p:pic>
      <p:pic>
        <p:nvPicPr>
          <p:cNvPr id="219" name="Google Shape;219;p23"/>
          <p:cNvPicPr preferRelativeResize="0"/>
          <p:nvPr/>
        </p:nvPicPr>
        <p:blipFill>
          <a:blip r:embed="rId4">
            <a:alphaModFix/>
          </a:blip>
          <a:stretch>
            <a:fillRect/>
          </a:stretch>
        </p:blipFill>
        <p:spPr>
          <a:xfrm>
            <a:off x="4668267" y="1029450"/>
            <a:ext cx="3905329" cy="1937900"/>
          </a:xfrm>
          <a:prstGeom prst="rect">
            <a:avLst/>
          </a:prstGeom>
          <a:noFill/>
          <a:ln w="9525" cap="flat" cmpd="sng">
            <a:solidFill>
              <a:schemeClr val="accent1"/>
            </a:solidFill>
            <a:prstDash val="solid"/>
            <a:round/>
            <a:headEnd type="none" w="sm" len="sm"/>
            <a:tailEnd type="none" w="sm" len="sm"/>
          </a:ln>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223"/>
        <p:cNvGrpSpPr/>
        <p:nvPr/>
      </p:nvGrpSpPr>
      <p:grpSpPr>
        <a:xfrm>
          <a:off x="0" y="0"/>
          <a:ext cx="0" cy="0"/>
          <a:chOff x="0" y="0"/>
          <a:chExt cx="0" cy="0"/>
        </a:xfrm>
      </p:grpSpPr>
      <p:sp>
        <p:nvSpPr>
          <p:cNvPr id="224" name="Google Shape;224;p24"/>
          <p:cNvSpPr txBox="1">
            <a:spLocks noGrp="1"/>
          </p:cNvSpPr>
          <p:nvPr>
            <p:ph type="title"/>
          </p:nvPr>
        </p:nvSpPr>
        <p:spPr>
          <a:xfrm>
            <a:off x="311700" y="199175"/>
            <a:ext cx="8520600" cy="707400"/>
          </a:xfrm>
          <a:prstGeom prst="rect">
            <a:avLst/>
          </a:prstGeom>
        </p:spPr>
        <p:txBody>
          <a:bodyPr spcFirstLastPara="1" wrap="square" lIns="91425" tIns="91425" rIns="91425" bIns="91425" anchor="t" anchorCtr="0">
            <a:normAutofit/>
          </a:bodyPr>
          <a:lstStyle/>
          <a:p>
            <a:pPr marL="0" lvl="0" indent="0" algn="l" rtl="0">
              <a:spcBef>
                <a:spcPts val="0"/>
              </a:spcBef>
              <a:spcAft>
                <a:spcPts val="0"/>
              </a:spcAft>
              <a:buNone/>
            </a:pPr>
            <a:r>
              <a:rPr lang="en-GB"/>
              <a:t>Tableau Dashboard</a:t>
            </a:r>
            <a:endParaRPr/>
          </a:p>
        </p:txBody>
      </p:sp>
      <p:pic>
        <p:nvPicPr>
          <p:cNvPr id="225" name="Google Shape;225;p24"/>
          <p:cNvPicPr preferRelativeResize="0"/>
          <p:nvPr/>
        </p:nvPicPr>
        <p:blipFill>
          <a:blip r:embed="rId3">
            <a:alphaModFix/>
          </a:blip>
          <a:stretch>
            <a:fillRect/>
          </a:stretch>
        </p:blipFill>
        <p:spPr>
          <a:xfrm>
            <a:off x="1283375" y="832775"/>
            <a:ext cx="7016144" cy="3932125"/>
          </a:xfrm>
          <a:prstGeom prst="rect">
            <a:avLst/>
          </a:prstGeom>
          <a:noFill/>
          <a:ln>
            <a:noFill/>
          </a:ln>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229"/>
        <p:cNvGrpSpPr/>
        <p:nvPr/>
      </p:nvGrpSpPr>
      <p:grpSpPr>
        <a:xfrm>
          <a:off x="0" y="0"/>
          <a:ext cx="0" cy="0"/>
          <a:chOff x="0" y="0"/>
          <a:chExt cx="0" cy="0"/>
        </a:xfrm>
      </p:grpSpPr>
      <p:sp>
        <p:nvSpPr>
          <p:cNvPr id="230" name="Google Shape;230;p25"/>
          <p:cNvSpPr txBox="1">
            <a:spLocks noGrp="1"/>
          </p:cNvSpPr>
          <p:nvPr>
            <p:ph type="title"/>
          </p:nvPr>
        </p:nvSpPr>
        <p:spPr>
          <a:xfrm>
            <a:off x="272350" y="268000"/>
            <a:ext cx="8520600" cy="707400"/>
          </a:xfrm>
          <a:prstGeom prst="rect">
            <a:avLst/>
          </a:prstGeom>
        </p:spPr>
        <p:txBody>
          <a:bodyPr spcFirstLastPara="1" wrap="square" lIns="91425" tIns="91425" rIns="91425" bIns="91425" anchor="t" anchorCtr="0">
            <a:normAutofit/>
          </a:bodyPr>
          <a:lstStyle/>
          <a:p>
            <a:pPr marL="0" lvl="0" indent="0" algn="l" rtl="0">
              <a:spcBef>
                <a:spcPts val="0"/>
              </a:spcBef>
              <a:spcAft>
                <a:spcPts val="0"/>
              </a:spcAft>
              <a:buNone/>
            </a:pPr>
            <a:r>
              <a:rPr lang="en-GB"/>
              <a:t>How this dashboard solves the problem ?</a:t>
            </a:r>
            <a:endParaRPr/>
          </a:p>
        </p:txBody>
      </p:sp>
      <p:sp>
        <p:nvSpPr>
          <p:cNvPr id="231" name="Google Shape;231;p25"/>
          <p:cNvSpPr txBox="1">
            <a:spLocks noGrp="1"/>
          </p:cNvSpPr>
          <p:nvPr>
            <p:ph type="body" idx="1"/>
          </p:nvPr>
        </p:nvSpPr>
        <p:spPr>
          <a:xfrm>
            <a:off x="311700" y="975400"/>
            <a:ext cx="8520600" cy="3786600"/>
          </a:xfrm>
          <a:prstGeom prst="rect">
            <a:avLst/>
          </a:prstGeom>
          <a:ln>
            <a:noFill/>
          </a:ln>
        </p:spPr>
        <p:txBody>
          <a:bodyPr spcFirstLastPara="1" wrap="square" lIns="91425" tIns="91425" rIns="91425" bIns="91425" anchor="t" anchorCtr="0">
            <a:normAutofit/>
          </a:bodyPr>
          <a:lstStyle/>
          <a:p>
            <a:pPr marL="0" lvl="0" indent="0" algn="l" rtl="0">
              <a:spcBef>
                <a:spcPts val="0"/>
              </a:spcBef>
              <a:spcAft>
                <a:spcPts val="0"/>
              </a:spcAft>
              <a:buNone/>
            </a:pPr>
            <a:r>
              <a:rPr lang="en-GB" sz="1400">
                <a:solidFill>
                  <a:srgbClr val="000000"/>
                </a:solidFill>
              </a:rPr>
              <a:t>The dashboard provides actionable insights for business in decision-making by summarizing performance metrics and trends. We’ve provided Filters for Quarter, State, Order Mode, and Category to allow granular analysis, enabling targeted decision-making for specific time periods, locations, and product categories. </a:t>
            </a:r>
            <a:endParaRPr sz="1400">
              <a:solidFill>
                <a:srgbClr val="000000"/>
              </a:solidFill>
            </a:endParaRPr>
          </a:p>
          <a:p>
            <a:pPr marL="0" lvl="0" indent="0" algn="l" rtl="0">
              <a:spcBef>
                <a:spcPts val="1200"/>
              </a:spcBef>
              <a:spcAft>
                <a:spcPts val="0"/>
              </a:spcAft>
              <a:buNone/>
            </a:pPr>
            <a:r>
              <a:rPr lang="en-GB" sz="1400">
                <a:solidFill>
                  <a:srgbClr val="000000"/>
                </a:solidFill>
              </a:rPr>
              <a:t>Here’s how this dashboard helps the business and solves the problem:</a:t>
            </a:r>
            <a:endParaRPr sz="1400">
              <a:solidFill>
                <a:srgbClr val="000000"/>
              </a:solidFill>
            </a:endParaRPr>
          </a:p>
          <a:p>
            <a:pPr marL="0" lvl="0" indent="0" algn="l" rtl="0">
              <a:spcBef>
                <a:spcPts val="1200"/>
              </a:spcBef>
              <a:spcAft>
                <a:spcPts val="0"/>
              </a:spcAft>
              <a:buNone/>
            </a:pPr>
            <a:r>
              <a:rPr lang="en-GB" sz="1400">
                <a:solidFill>
                  <a:srgbClr val="000000"/>
                </a:solidFill>
              </a:rPr>
              <a:t>Revenue and Profit Analysis:</a:t>
            </a:r>
            <a:endParaRPr sz="1400">
              <a:solidFill>
                <a:srgbClr val="000000"/>
              </a:solidFill>
            </a:endParaRPr>
          </a:p>
          <a:p>
            <a:pPr marL="457200" lvl="0" indent="-311150" algn="l" rtl="0">
              <a:lnSpc>
                <a:spcPct val="100000"/>
              </a:lnSpc>
              <a:spcBef>
                <a:spcPts val="1200"/>
              </a:spcBef>
              <a:spcAft>
                <a:spcPts val="0"/>
              </a:spcAft>
              <a:buClr>
                <a:srgbClr val="000000"/>
              </a:buClr>
              <a:buSzPts val="1300"/>
              <a:buChar char="●"/>
            </a:pPr>
            <a:r>
              <a:rPr lang="en-GB" sz="1300">
                <a:solidFill>
                  <a:srgbClr val="000000"/>
                </a:solidFill>
              </a:rPr>
              <a:t>The total revenue (438K) and profit (37K) metrics give a high-level view of business performance.</a:t>
            </a:r>
            <a:endParaRPr sz="1300">
              <a:solidFill>
                <a:srgbClr val="000000"/>
              </a:solidFill>
            </a:endParaRPr>
          </a:p>
          <a:p>
            <a:pPr marL="457200" lvl="0" indent="-311150" algn="l" rtl="0">
              <a:lnSpc>
                <a:spcPct val="100000"/>
              </a:lnSpc>
              <a:spcBef>
                <a:spcPts val="0"/>
              </a:spcBef>
              <a:spcAft>
                <a:spcPts val="0"/>
              </a:spcAft>
              <a:buClr>
                <a:srgbClr val="000000"/>
              </a:buClr>
              <a:buSzPts val="1300"/>
              <a:buChar char="●"/>
            </a:pPr>
            <a:r>
              <a:rPr lang="en-GB" sz="1300">
                <a:solidFill>
                  <a:srgbClr val="000000"/>
                </a:solidFill>
              </a:rPr>
              <a:t>Understanding the monthly profit trend helps identify seasonal patterns or anomalies, enabling better financial planning.</a:t>
            </a:r>
            <a:endParaRPr sz="1300">
              <a:solidFill>
                <a:srgbClr val="000000"/>
              </a:solidFill>
            </a:endParaRPr>
          </a:p>
          <a:p>
            <a:pPr marL="0" lvl="0" indent="0" algn="l" rtl="0">
              <a:lnSpc>
                <a:spcPct val="100000"/>
              </a:lnSpc>
              <a:spcBef>
                <a:spcPts val="1200"/>
              </a:spcBef>
              <a:spcAft>
                <a:spcPts val="0"/>
              </a:spcAft>
              <a:buNone/>
            </a:pPr>
            <a:r>
              <a:rPr lang="en-GB" sz="1300">
                <a:solidFill>
                  <a:srgbClr val="000000"/>
                </a:solidFill>
              </a:rPr>
              <a:t>State-Level Insights:</a:t>
            </a:r>
            <a:endParaRPr sz="1300">
              <a:solidFill>
                <a:srgbClr val="000000"/>
              </a:solidFill>
            </a:endParaRPr>
          </a:p>
          <a:p>
            <a:pPr marL="457200" lvl="0" indent="-311150" algn="l" rtl="0">
              <a:lnSpc>
                <a:spcPct val="100000"/>
              </a:lnSpc>
              <a:spcBef>
                <a:spcPts val="1200"/>
              </a:spcBef>
              <a:spcAft>
                <a:spcPts val="0"/>
              </a:spcAft>
              <a:buClr>
                <a:srgbClr val="000000"/>
              </a:buClr>
              <a:buSzPts val="1300"/>
              <a:buChar char="●"/>
            </a:pPr>
            <a:r>
              <a:rPr lang="en-GB" sz="1300">
                <a:solidFill>
                  <a:srgbClr val="000000"/>
                </a:solidFill>
              </a:rPr>
              <a:t>The Sum of Revenue by State chart highlights top-performing regions, such as Maharashtra, allowing businesses to focus resources on high-performing areas and address challenges in low-performing regions.</a:t>
            </a:r>
            <a:endParaRPr sz="1400">
              <a:solidFill>
                <a:srgbClr val="000000"/>
              </a:solidFill>
            </a:endParaRP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235"/>
        <p:cNvGrpSpPr/>
        <p:nvPr/>
      </p:nvGrpSpPr>
      <p:grpSpPr>
        <a:xfrm>
          <a:off x="0" y="0"/>
          <a:ext cx="0" cy="0"/>
          <a:chOff x="0" y="0"/>
          <a:chExt cx="0" cy="0"/>
        </a:xfrm>
      </p:grpSpPr>
      <p:sp>
        <p:nvSpPr>
          <p:cNvPr id="236" name="Google Shape;236;p26"/>
          <p:cNvSpPr txBox="1">
            <a:spLocks noGrp="1"/>
          </p:cNvSpPr>
          <p:nvPr>
            <p:ph type="title"/>
          </p:nvPr>
        </p:nvSpPr>
        <p:spPr>
          <a:xfrm>
            <a:off x="272350" y="268000"/>
            <a:ext cx="8520600" cy="707400"/>
          </a:xfrm>
          <a:prstGeom prst="rect">
            <a:avLst/>
          </a:prstGeom>
        </p:spPr>
        <p:txBody>
          <a:bodyPr spcFirstLastPara="1" wrap="square" lIns="91425" tIns="91425" rIns="91425" bIns="91425" anchor="t" anchorCtr="0">
            <a:normAutofit/>
          </a:bodyPr>
          <a:lstStyle/>
          <a:p>
            <a:pPr marL="0" lvl="0" indent="0" algn="l" rtl="0">
              <a:spcBef>
                <a:spcPts val="0"/>
              </a:spcBef>
              <a:spcAft>
                <a:spcPts val="0"/>
              </a:spcAft>
              <a:buNone/>
            </a:pPr>
            <a:r>
              <a:rPr lang="en-GB"/>
              <a:t>How this dashboard solves the problem ?</a:t>
            </a:r>
            <a:endParaRPr/>
          </a:p>
        </p:txBody>
      </p:sp>
      <p:sp>
        <p:nvSpPr>
          <p:cNvPr id="237" name="Google Shape;237;p26"/>
          <p:cNvSpPr txBox="1">
            <a:spLocks noGrp="1"/>
          </p:cNvSpPr>
          <p:nvPr>
            <p:ph type="body" idx="1"/>
          </p:nvPr>
        </p:nvSpPr>
        <p:spPr>
          <a:xfrm>
            <a:off x="311700" y="1427775"/>
            <a:ext cx="8520600" cy="3786600"/>
          </a:xfrm>
          <a:prstGeom prst="rect">
            <a:avLst/>
          </a:prstGeom>
          <a:ln>
            <a:noFill/>
          </a:ln>
        </p:spPr>
        <p:txBody>
          <a:bodyPr spcFirstLastPara="1" wrap="square" lIns="91425" tIns="91425" rIns="91425" bIns="91425" anchor="t" anchorCtr="0">
            <a:normAutofit/>
          </a:bodyPr>
          <a:lstStyle/>
          <a:p>
            <a:pPr marL="0" lvl="0" indent="0" algn="l" rtl="0">
              <a:lnSpc>
                <a:spcPct val="100000"/>
              </a:lnSpc>
              <a:spcBef>
                <a:spcPts val="0"/>
              </a:spcBef>
              <a:spcAft>
                <a:spcPts val="0"/>
              </a:spcAft>
              <a:buNone/>
            </a:pPr>
            <a:r>
              <a:rPr lang="en-GB" sz="1300">
                <a:solidFill>
                  <a:srgbClr val="000000"/>
                </a:solidFill>
              </a:rPr>
              <a:t>Category and Payment Analysis:</a:t>
            </a:r>
            <a:endParaRPr sz="1300">
              <a:solidFill>
                <a:srgbClr val="000000"/>
              </a:solidFill>
            </a:endParaRPr>
          </a:p>
          <a:p>
            <a:pPr marL="457200" lvl="0" indent="-304800" algn="l" rtl="0">
              <a:lnSpc>
                <a:spcPct val="100000"/>
              </a:lnSpc>
              <a:spcBef>
                <a:spcPts val="1200"/>
              </a:spcBef>
              <a:spcAft>
                <a:spcPts val="0"/>
              </a:spcAft>
              <a:buClr>
                <a:srgbClr val="000000"/>
              </a:buClr>
              <a:buSzPts val="1200"/>
              <a:buChar char="●"/>
            </a:pPr>
            <a:r>
              <a:rPr lang="en-GB" sz="1300">
                <a:solidFill>
                  <a:srgbClr val="000000"/>
                </a:solidFill>
              </a:rPr>
              <a:t>The Sum of Quantity by Category pie chart reveals what category contributes the most (clothing - 63%), guiding inventory management and marketing strategies.</a:t>
            </a:r>
            <a:endParaRPr sz="1300">
              <a:solidFill>
                <a:srgbClr val="000000"/>
              </a:solidFill>
            </a:endParaRPr>
          </a:p>
          <a:p>
            <a:pPr marL="457200" lvl="0" indent="-304800" algn="l" rtl="0">
              <a:lnSpc>
                <a:spcPct val="100000"/>
              </a:lnSpc>
              <a:spcBef>
                <a:spcPts val="0"/>
              </a:spcBef>
              <a:spcAft>
                <a:spcPts val="0"/>
              </a:spcAft>
              <a:buClr>
                <a:srgbClr val="000000"/>
              </a:buClr>
              <a:buSzPts val="1200"/>
              <a:buChar char="●"/>
            </a:pPr>
            <a:r>
              <a:rPr lang="en-GB" sz="1300">
                <a:solidFill>
                  <a:srgbClr val="000000"/>
                </a:solidFill>
              </a:rPr>
              <a:t>The Sum of Quantity by Payment Mode chart shows what Payment Mode works most in different demographics, and helping business in improving infrastructure &amp; options, if needed.</a:t>
            </a:r>
            <a:endParaRPr sz="1300">
              <a:solidFill>
                <a:srgbClr val="000000"/>
              </a:solidFill>
            </a:endParaRPr>
          </a:p>
          <a:p>
            <a:pPr marL="0" lvl="0" indent="0" algn="l" rtl="0">
              <a:lnSpc>
                <a:spcPct val="100000"/>
              </a:lnSpc>
              <a:spcBef>
                <a:spcPts val="1200"/>
              </a:spcBef>
              <a:spcAft>
                <a:spcPts val="0"/>
              </a:spcAft>
              <a:buNone/>
            </a:pPr>
            <a:r>
              <a:rPr lang="en-GB" sz="1300">
                <a:solidFill>
                  <a:srgbClr val="000000"/>
                </a:solidFill>
              </a:rPr>
              <a:t>Sub-Category Profit Insights:</a:t>
            </a:r>
            <a:endParaRPr sz="1300">
              <a:solidFill>
                <a:srgbClr val="000000"/>
              </a:solidFill>
            </a:endParaRPr>
          </a:p>
          <a:p>
            <a:pPr marL="457200" lvl="0" indent="-304800" algn="l" rtl="0">
              <a:lnSpc>
                <a:spcPct val="100000"/>
              </a:lnSpc>
              <a:spcBef>
                <a:spcPts val="1200"/>
              </a:spcBef>
              <a:spcAft>
                <a:spcPts val="0"/>
              </a:spcAft>
              <a:buClr>
                <a:srgbClr val="000000"/>
              </a:buClr>
              <a:buSzPts val="1200"/>
              <a:buChar char="●"/>
            </a:pPr>
            <a:r>
              <a:rPr lang="en-GB" sz="1300">
                <a:solidFill>
                  <a:srgbClr val="000000"/>
                </a:solidFill>
              </a:rPr>
              <a:t>The Sum of Profit by Sub-Category bar chart identifies profitable sub-categories like printers and bookcases, helping prioritize stock for high-margin items and managing inventory based on trends.</a:t>
            </a:r>
            <a:endParaRPr sz="1300">
              <a:solidFill>
                <a:srgbClr val="000000"/>
              </a:solidFill>
            </a:endParaRP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241"/>
        <p:cNvGrpSpPr/>
        <p:nvPr/>
      </p:nvGrpSpPr>
      <p:grpSpPr>
        <a:xfrm>
          <a:off x="0" y="0"/>
          <a:ext cx="0" cy="0"/>
          <a:chOff x="0" y="0"/>
          <a:chExt cx="0" cy="0"/>
        </a:xfrm>
      </p:grpSpPr>
      <p:sp>
        <p:nvSpPr>
          <p:cNvPr id="242" name="Google Shape;242;p27"/>
          <p:cNvSpPr txBox="1">
            <a:spLocks noGrp="1"/>
          </p:cNvSpPr>
          <p:nvPr>
            <p:ph type="title"/>
          </p:nvPr>
        </p:nvSpPr>
        <p:spPr>
          <a:xfrm>
            <a:off x="311700" y="216425"/>
            <a:ext cx="8520600" cy="707400"/>
          </a:xfrm>
          <a:prstGeom prst="rect">
            <a:avLst/>
          </a:prstGeom>
        </p:spPr>
        <p:txBody>
          <a:bodyPr spcFirstLastPara="1" wrap="square" lIns="91425" tIns="91425" rIns="91425" bIns="91425" anchor="t" anchorCtr="0">
            <a:normAutofit/>
          </a:bodyPr>
          <a:lstStyle/>
          <a:p>
            <a:pPr marL="0" lvl="0" indent="0" algn="l" rtl="0">
              <a:spcBef>
                <a:spcPts val="0"/>
              </a:spcBef>
              <a:spcAft>
                <a:spcPts val="0"/>
              </a:spcAft>
              <a:buNone/>
            </a:pPr>
            <a:r>
              <a:rPr lang="en-GB"/>
              <a:t>Benefits for business</a:t>
            </a:r>
            <a:endParaRPr/>
          </a:p>
        </p:txBody>
      </p:sp>
      <p:sp>
        <p:nvSpPr>
          <p:cNvPr id="243" name="Google Shape;243;p27"/>
          <p:cNvSpPr txBox="1">
            <a:spLocks noGrp="1"/>
          </p:cNvSpPr>
          <p:nvPr>
            <p:ph type="body" idx="1"/>
          </p:nvPr>
        </p:nvSpPr>
        <p:spPr>
          <a:xfrm>
            <a:off x="311700" y="899200"/>
            <a:ext cx="8520600" cy="3786600"/>
          </a:xfrm>
          <a:prstGeom prst="rect">
            <a:avLst/>
          </a:prstGeom>
          <a:ln>
            <a:noFill/>
          </a:ln>
        </p:spPr>
        <p:txBody>
          <a:bodyPr spcFirstLastPara="1" wrap="square" lIns="91425" tIns="91425" rIns="91425" bIns="91425" anchor="t" anchorCtr="0">
            <a:normAutofit/>
          </a:bodyPr>
          <a:lstStyle/>
          <a:p>
            <a:pPr marL="457200" lvl="0" indent="-317500" algn="l" rtl="0">
              <a:lnSpc>
                <a:spcPct val="150000"/>
              </a:lnSpc>
              <a:spcBef>
                <a:spcPts val="0"/>
              </a:spcBef>
              <a:spcAft>
                <a:spcPts val="0"/>
              </a:spcAft>
              <a:buClr>
                <a:srgbClr val="000000"/>
              </a:buClr>
              <a:buSzPts val="1400"/>
              <a:buChar char="●"/>
            </a:pPr>
            <a:r>
              <a:rPr lang="en-GB" sz="1400" b="1">
                <a:solidFill>
                  <a:srgbClr val="000000"/>
                </a:solidFill>
              </a:rPr>
              <a:t>Optimized Resource Allocation:</a:t>
            </a:r>
            <a:r>
              <a:rPr lang="en-GB" sz="1400">
                <a:solidFill>
                  <a:srgbClr val="000000"/>
                </a:solidFill>
              </a:rPr>
              <a:t> Business can focus efforts on high-performing states, categories, and payment modes to maximize their revenue &amp; profits.</a:t>
            </a:r>
            <a:endParaRPr sz="1400">
              <a:solidFill>
                <a:srgbClr val="000000"/>
              </a:solidFill>
            </a:endParaRPr>
          </a:p>
          <a:p>
            <a:pPr marL="457200" lvl="0" indent="-317500" algn="l" rtl="0">
              <a:lnSpc>
                <a:spcPct val="150000"/>
              </a:lnSpc>
              <a:spcBef>
                <a:spcPts val="0"/>
              </a:spcBef>
              <a:spcAft>
                <a:spcPts val="0"/>
              </a:spcAft>
              <a:buClr>
                <a:srgbClr val="000000"/>
              </a:buClr>
              <a:buSzPts val="1400"/>
              <a:buChar char="●"/>
            </a:pPr>
            <a:r>
              <a:rPr lang="en-GB" sz="1400" b="1">
                <a:solidFill>
                  <a:srgbClr val="000000"/>
                </a:solidFill>
              </a:rPr>
              <a:t>Marketing Strategy Improvement:</a:t>
            </a:r>
            <a:r>
              <a:rPr lang="en-GB" sz="1400">
                <a:solidFill>
                  <a:srgbClr val="000000"/>
                </a:solidFill>
              </a:rPr>
              <a:t> Marketing team can align campaigns with top categories and preferred payment methods.</a:t>
            </a:r>
            <a:endParaRPr sz="1400">
              <a:solidFill>
                <a:srgbClr val="000000"/>
              </a:solidFill>
            </a:endParaRPr>
          </a:p>
          <a:p>
            <a:pPr marL="457200" lvl="0" indent="-317500" algn="l" rtl="0">
              <a:lnSpc>
                <a:spcPct val="150000"/>
              </a:lnSpc>
              <a:spcBef>
                <a:spcPts val="0"/>
              </a:spcBef>
              <a:spcAft>
                <a:spcPts val="0"/>
              </a:spcAft>
              <a:buClr>
                <a:srgbClr val="000000"/>
              </a:buClr>
              <a:buSzPts val="1400"/>
              <a:buChar char="●"/>
            </a:pPr>
            <a:r>
              <a:rPr lang="en-GB" sz="1400" b="1">
                <a:solidFill>
                  <a:srgbClr val="000000"/>
                </a:solidFill>
              </a:rPr>
              <a:t>Seasonal Planning: </a:t>
            </a:r>
            <a:r>
              <a:rPr lang="en-GB" sz="1400">
                <a:solidFill>
                  <a:srgbClr val="000000"/>
                </a:solidFill>
              </a:rPr>
              <a:t>Inventory team can utilize monthly trends for demand forecasting and promotions &amp; handle the inventory efficiently</a:t>
            </a:r>
            <a:endParaRPr sz="1400">
              <a:solidFill>
                <a:srgbClr val="000000"/>
              </a:solidFill>
            </a:endParaRPr>
          </a:p>
          <a:p>
            <a:pPr marL="457200" lvl="0" indent="-317500" algn="l" rtl="0">
              <a:lnSpc>
                <a:spcPct val="150000"/>
              </a:lnSpc>
              <a:spcBef>
                <a:spcPts val="0"/>
              </a:spcBef>
              <a:spcAft>
                <a:spcPts val="0"/>
              </a:spcAft>
              <a:buClr>
                <a:srgbClr val="000000"/>
              </a:buClr>
              <a:buSzPts val="1400"/>
              <a:buChar char="●"/>
            </a:pPr>
            <a:r>
              <a:rPr lang="en-GB" sz="1400" b="1">
                <a:solidFill>
                  <a:srgbClr val="000000"/>
                </a:solidFill>
              </a:rPr>
              <a:t>Enhanced Customer Experience:</a:t>
            </a:r>
            <a:r>
              <a:rPr lang="en-GB" sz="1400">
                <a:solidFill>
                  <a:srgbClr val="000000"/>
                </a:solidFill>
              </a:rPr>
              <a:t> Company can improve service by addressing regional preferences and operational bottlenecks.</a:t>
            </a:r>
            <a:endParaRPr sz="1400">
              <a:solidFill>
                <a:srgbClr val="000000"/>
              </a:solidFill>
            </a:endParaRPr>
          </a:p>
          <a:p>
            <a:pPr marL="457200" lvl="0" indent="-317500" algn="l" rtl="0">
              <a:lnSpc>
                <a:spcPct val="150000"/>
              </a:lnSpc>
              <a:spcBef>
                <a:spcPts val="0"/>
              </a:spcBef>
              <a:spcAft>
                <a:spcPts val="0"/>
              </a:spcAft>
              <a:buClr>
                <a:srgbClr val="000000"/>
              </a:buClr>
              <a:buSzPts val="1400"/>
              <a:buChar char="●"/>
            </a:pPr>
            <a:r>
              <a:rPr lang="en-GB" sz="1400" b="1">
                <a:solidFill>
                  <a:srgbClr val="000000"/>
                </a:solidFill>
              </a:rPr>
              <a:t>Profit Maximization:</a:t>
            </a:r>
            <a:r>
              <a:rPr lang="en-GB" sz="1400">
                <a:solidFill>
                  <a:srgbClr val="000000"/>
                </a:solidFill>
              </a:rPr>
              <a:t> Business may prioritize profitable sub-categories and minimize losses in underperforming areas.</a:t>
            </a:r>
            <a:endParaRPr sz="1400">
              <a:solidFill>
                <a:srgbClr val="000000"/>
              </a:solidFill>
            </a:endParaRP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247"/>
        <p:cNvGrpSpPr/>
        <p:nvPr/>
      </p:nvGrpSpPr>
      <p:grpSpPr>
        <a:xfrm>
          <a:off x="0" y="0"/>
          <a:ext cx="0" cy="0"/>
          <a:chOff x="0" y="0"/>
          <a:chExt cx="0" cy="0"/>
        </a:xfrm>
      </p:grpSpPr>
      <p:sp>
        <p:nvSpPr>
          <p:cNvPr id="248" name="Google Shape;248;p28"/>
          <p:cNvSpPr txBox="1">
            <a:spLocks noGrp="1"/>
          </p:cNvSpPr>
          <p:nvPr>
            <p:ph type="title"/>
          </p:nvPr>
        </p:nvSpPr>
        <p:spPr>
          <a:xfrm>
            <a:off x="272350" y="268000"/>
            <a:ext cx="8520600" cy="707400"/>
          </a:xfrm>
          <a:prstGeom prst="rect">
            <a:avLst/>
          </a:prstGeom>
        </p:spPr>
        <p:txBody>
          <a:bodyPr spcFirstLastPara="1" wrap="square" lIns="91425" tIns="91425" rIns="91425" bIns="91425" anchor="t" anchorCtr="0">
            <a:normAutofit/>
          </a:bodyPr>
          <a:lstStyle/>
          <a:p>
            <a:pPr marL="0" lvl="0" indent="0" algn="l" rtl="0">
              <a:spcBef>
                <a:spcPts val="0"/>
              </a:spcBef>
              <a:spcAft>
                <a:spcPts val="0"/>
              </a:spcAft>
              <a:buNone/>
            </a:pPr>
            <a:r>
              <a:rPr lang="en-GB"/>
              <a:t>Findings:</a:t>
            </a:r>
            <a:endParaRPr/>
          </a:p>
        </p:txBody>
      </p:sp>
      <p:pic>
        <p:nvPicPr>
          <p:cNvPr id="249" name="Google Shape;249;p28"/>
          <p:cNvPicPr preferRelativeResize="0"/>
          <p:nvPr/>
        </p:nvPicPr>
        <p:blipFill>
          <a:blip r:embed="rId3">
            <a:alphaModFix/>
          </a:blip>
          <a:stretch>
            <a:fillRect/>
          </a:stretch>
        </p:blipFill>
        <p:spPr>
          <a:xfrm>
            <a:off x="1283375" y="832775"/>
            <a:ext cx="7016144" cy="3932125"/>
          </a:xfrm>
          <a:prstGeom prst="rect">
            <a:avLst/>
          </a:prstGeom>
          <a:noFill/>
          <a:ln>
            <a:noFill/>
          </a:ln>
        </p:spPr>
      </p:pic>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253"/>
        <p:cNvGrpSpPr/>
        <p:nvPr/>
      </p:nvGrpSpPr>
      <p:grpSpPr>
        <a:xfrm>
          <a:off x="0" y="0"/>
          <a:ext cx="0" cy="0"/>
          <a:chOff x="0" y="0"/>
          <a:chExt cx="0" cy="0"/>
        </a:xfrm>
      </p:grpSpPr>
      <p:sp>
        <p:nvSpPr>
          <p:cNvPr id="254" name="Google Shape;254;p29"/>
          <p:cNvSpPr txBox="1">
            <a:spLocks noGrp="1"/>
          </p:cNvSpPr>
          <p:nvPr>
            <p:ph type="title"/>
          </p:nvPr>
        </p:nvSpPr>
        <p:spPr>
          <a:xfrm>
            <a:off x="272350" y="268000"/>
            <a:ext cx="8520600" cy="707400"/>
          </a:xfrm>
          <a:prstGeom prst="rect">
            <a:avLst/>
          </a:prstGeom>
        </p:spPr>
        <p:txBody>
          <a:bodyPr spcFirstLastPara="1" wrap="square" lIns="91425" tIns="91425" rIns="91425" bIns="91425" anchor="t" anchorCtr="0">
            <a:normAutofit/>
          </a:bodyPr>
          <a:lstStyle/>
          <a:p>
            <a:pPr marL="0" lvl="0" indent="0" algn="l" rtl="0">
              <a:spcBef>
                <a:spcPts val="0"/>
              </a:spcBef>
              <a:spcAft>
                <a:spcPts val="0"/>
              </a:spcAft>
              <a:buNone/>
            </a:pPr>
            <a:r>
              <a:rPr lang="en-GB"/>
              <a:t>Findings &amp; recommendations:</a:t>
            </a:r>
            <a:endParaRPr/>
          </a:p>
        </p:txBody>
      </p:sp>
      <p:sp>
        <p:nvSpPr>
          <p:cNvPr id="255" name="Google Shape;255;p29"/>
          <p:cNvSpPr txBox="1"/>
          <p:nvPr/>
        </p:nvSpPr>
        <p:spPr>
          <a:xfrm>
            <a:off x="387400" y="1074150"/>
            <a:ext cx="8290500" cy="3963300"/>
          </a:xfrm>
          <a:prstGeom prst="rect">
            <a:avLst/>
          </a:prstGeom>
          <a:noFill/>
          <a:ln>
            <a:noFill/>
          </a:ln>
        </p:spPr>
        <p:txBody>
          <a:bodyPr spcFirstLastPara="1" wrap="square" lIns="91425" tIns="91425" rIns="91425" bIns="91425" anchor="t" anchorCtr="0">
            <a:noAutofit/>
          </a:bodyPr>
          <a:lstStyle/>
          <a:p>
            <a:pPr marL="457200" lvl="0" indent="0" algn="l" rtl="0">
              <a:spcBef>
                <a:spcPts val="0"/>
              </a:spcBef>
              <a:spcAft>
                <a:spcPts val="0"/>
              </a:spcAft>
              <a:buNone/>
            </a:pPr>
            <a:endParaRPr>
              <a:solidFill>
                <a:schemeClr val="dk2"/>
              </a:solidFill>
              <a:latin typeface="Nunito"/>
              <a:ea typeface="Nunito"/>
              <a:cs typeface="Nunito"/>
              <a:sym typeface="Nunito"/>
            </a:endParaRPr>
          </a:p>
          <a:p>
            <a:pPr marL="457200" lvl="0" indent="0" algn="l" rtl="0">
              <a:spcBef>
                <a:spcPts val="0"/>
              </a:spcBef>
              <a:spcAft>
                <a:spcPts val="0"/>
              </a:spcAft>
              <a:buNone/>
            </a:pPr>
            <a:endParaRPr>
              <a:solidFill>
                <a:schemeClr val="dk2"/>
              </a:solidFill>
              <a:latin typeface="Nunito"/>
              <a:ea typeface="Nunito"/>
              <a:cs typeface="Nunito"/>
              <a:sym typeface="Nunito"/>
            </a:endParaRPr>
          </a:p>
          <a:p>
            <a:pPr marL="457200" lvl="0" indent="-317500" algn="l" rtl="0">
              <a:lnSpc>
                <a:spcPct val="150000"/>
              </a:lnSpc>
              <a:spcBef>
                <a:spcPts val="0"/>
              </a:spcBef>
              <a:spcAft>
                <a:spcPts val="0"/>
              </a:spcAft>
              <a:buClr>
                <a:schemeClr val="dk2"/>
              </a:buClr>
              <a:buSzPts val="1400"/>
              <a:buFont typeface="Nunito"/>
              <a:buChar char="●"/>
            </a:pPr>
            <a:r>
              <a:rPr lang="en-GB" b="1">
                <a:solidFill>
                  <a:schemeClr val="dk2"/>
                </a:solidFill>
                <a:latin typeface="Nunito"/>
                <a:ea typeface="Nunito"/>
                <a:cs typeface="Nunito"/>
                <a:sym typeface="Nunito"/>
              </a:rPr>
              <a:t>Focus on Maharashtra and Madhya Pradesh:</a:t>
            </a:r>
            <a:r>
              <a:rPr lang="en-GB">
                <a:solidFill>
                  <a:schemeClr val="dk2"/>
                </a:solidFill>
                <a:latin typeface="Nunito"/>
                <a:ea typeface="Nunito"/>
                <a:cs typeface="Nunito"/>
                <a:sym typeface="Nunito"/>
              </a:rPr>
              <a:t> These states have the highest revenue potential. Additional marketing or promotional campaigns might yield better results.</a:t>
            </a:r>
            <a:endParaRPr>
              <a:solidFill>
                <a:schemeClr val="dk2"/>
              </a:solidFill>
              <a:latin typeface="Nunito"/>
              <a:ea typeface="Nunito"/>
              <a:cs typeface="Nunito"/>
              <a:sym typeface="Nunito"/>
            </a:endParaRPr>
          </a:p>
          <a:p>
            <a:pPr marL="457200" lvl="0" indent="-317500" algn="l" rtl="0">
              <a:lnSpc>
                <a:spcPct val="150000"/>
              </a:lnSpc>
              <a:spcBef>
                <a:spcPts val="0"/>
              </a:spcBef>
              <a:spcAft>
                <a:spcPts val="0"/>
              </a:spcAft>
              <a:buClr>
                <a:schemeClr val="dk2"/>
              </a:buClr>
              <a:buSzPts val="1400"/>
              <a:buFont typeface="Nunito"/>
              <a:buChar char="●"/>
            </a:pPr>
            <a:r>
              <a:rPr lang="en-GB" b="1">
                <a:solidFill>
                  <a:schemeClr val="dk2"/>
                </a:solidFill>
                <a:latin typeface="Nunito"/>
                <a:ea typeface="Nunito"/>
                <a:cs typeface="Nunito"/>
                <a:sym typeface="Nunito"/>
              </a:rPr>
              <a:t>Clothing as a Key Segment:</a:t>
            </a:r>
            <a:r>
              <a:rPr lang="en-GB">
                <a:solidFill>
                  <a:schemeClr val="dk2"/>
                </a:solidFill>
                <a:latin typeface="Nunito"/>
                <a:ea typeface="Nunito"/>
                <a:cs typeface="Nunito"/>
                <a:sym typeface="Nunito"/>
              </a:rPr>
              <a:t> Given its large share in quantity sold, increasing product variety or improving distribution channels can boost sales further.</a:t>
            </a:r>
            <a:endParaRPr>
              <a:solidFill>
                <a:schemeClr val="dk2"/>
              </a:solidFill>
              <a:latin typeface="Nunito"/>
              <a:ea typeface="Nunito"/>
              <a:cs typeface="Nunito"/>
              <a:sym typeface="Nunito"/>
            </a:endParaRPr>
          </a:p>
          <a:p>
            <a:pPr marL="457200" lvl="0" indent="-317500" algn="l" rtl="0">
              <a:lnSpc>
                <a:spcPct val="150000"/>
              </a:lnSpc>
              <a:spcBef>
                <a:spcPts val="0"/>
              </a:spcBef>
              <a:spcAft>
                <a:spcPts val="0"/>
              </a:spcAft>
              <a:buClr>
                <a:schemeClr val="dk2"/>
              </a:buClr>
              <a:buSzPts val="1400"/>
              <a:buFont typeface="Nunito"/>
              <a:buChar char="●"/>
            </a:pPr>
            <a:r>
              <a:rPr lang="en-GB" b="1">
                <a:solidFill>
                  <a:schemeClr val="dk2"/>
                </a:solidFill>
                <a:latin typeface="Nunito"/>
                <a:ea typeface="Nunito"/>
                <a:cs typeface="Nunito"/>
                <a:sym typeface="Nunito"/>
              </a:rPr>
              <a:t>Expand Payment Options:</a:t>
            </a:r>
            <a:r>
              <a:rPr lang="en-GB">
                <a:solidFill>
                  <a:schemeClr val="dk2"/>
                </a:solidFill>
                <a:latin typeface="Nunito"/>
                <a:ea typeface="Nunito"/>
                <a:cs typeface="Nunito"/>
                <a:sym typeface="Nunito"/>
              </a:rPr>
              <a:t> Although COD dominates, increasing incentives for digital payment modes (like UPI) might reduce operational risks and costs.</a:t>
            </a:r>
            <a:endParaRPr>
              <a:solidFill>
                <a:schemeClr val="dk2"/>
              </a:solidFill>
              <a:latin typeface="Nunito"/>
              <a:ea typeface="Nunito"/>
              <a:cs typeface="Nunito"/>
              <a:sym typeface="Nunito"/>
            </a:endParaRPr>
          </a:p>
          <a:p>
            <a:pPr marL="457200" lvl="0" indent="-317500" algn="l" rtl="0">
              <a:lnSpc>
                <a:spcPct val="150000"/>
              </a:lnSpc>
              <a:spcBef>
                <a:spcPts val="0"/>
              </a:spcBef>
              <a:spcAft>
                <a:spcPts val="0"/>
              </a:spcAft>
              <a:buClr>
                <a:schemeClr val="dk2"/>
              </a:buClr>
              <a:buSzPts val="1400"/>
              <a:buFont typeface="Nunito"/>
              <a:buChar char="●"/>
            </a:pPr>
            <a:r>
              <a:rPr lang="en-GB" b="1">
                <a:solidFill>
                  <a:schemeClr val="dk2"/>
                </a:solidFill>
                <a:latin typeface="Nunito"/>
                <a:ea typeface="Nunito"/>
                <a:cs typeface="Nunito"/>
                <a:sym typeface="Nunito"/>
              </a:rPr>
              <a:t>Optimize Sub-Categories:</a:t>
            </a:r>
            <a:r>
              <a:rPr lang="en-GB">
                <a:solidFill>
                  <a:schemeClr val="dk2"/>
                </a:solidFill>
                <a:latin typeface="Nunito"/>
                <a:ea typeface="Nunito"/>
                <a:cs typeface="Nunito"/>
                <a:sym typeface="Nunito"/>
              </a:rPr>
              <a:t> Explore ways to boost profitability in underperforming sub-categories like Accessories and Tables.</a:t>
            </a:r>
            <a:endParaRPr>
              <a:solidFill>
                <a:schemeClr val="dk2"/>
              </a:solidFill>
              <a:latin typeface="Nunito"/>
              <a:ea typeface="Nunito"/>
              <a:cs typeface="Nunito"/>
              <a:sym typeface="Nunito"/>
            </a:endParaRP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259"/>
        <p:cNvGrpSpPr/>
        <p:nvPr/>
      </p:nvGrpSpPr>
      <p:grpSpPr>
        <a:xfrm>
          <a:off x="0" y="0"/>
          <a:ext cx="0" cy="0"/>
          <a:chOff x="0" y="0"/>
          <a:chExt cx="0" cy="0"/>
        </a:xfrm>
      </p:grpSpPr>
      <p:sp>
        <p:nvSpPr>
          <p:cNvPr id="260" name="Google Shape;260;p30"/>
          <p:cNvSpPr txBox="1"/>
          <p:nvPr/>
        </p:nvSpPr>
        <p:spPr>
          <a:xfrm>
            <a:off x="338250" y="936475"/>
            <a:ext cx="8467500" cy="3452100"/>
          </a:xfrm>
          <a:prstGeom prst="rect">
            <a:avLst/>
          </a:prstGeom>
          <a:noFill/>
          <a:ln>
            <a:noFill/>
          </a:ln>
        </p:spPr>
        <p:txBody>
          <a:bodyPr spcFirstLastPara="1" wrap="square" lIns="91425" tIns="91425" rIns="91425" bIns="91425" anchor="t" anchorCtr="0">
            <a:noAutofit/>
          </a:bodyPr>
          <a:lstStyle/>
          <a:p>
            <a:pPr marL="457200" lvl="0" indent="-317500" algn="just" rtl="0">
              <a:lnSpc>
                <a:spcPct val="115000"/>
              </a:lnSpc>
              <a:spcBef>
                <a:spcPts val="0"/>
              </a:spcBef>
              <a:spcAft>
                <a:spcPts val="0"/>
              </a:spcAft>
              <a:buClr>
                <a:srgbClr val="000000"/>
              </a:buClr>
              <a:buSzPts val="1400"/>
              <a:buFont typeface="Nunito"/>
              <a:buChar char="●"/>
            </a:pPr>
            <a:r>
              <a:rPr lang="en-GB">
                <a:latin typeface="Nunito"/>
                <a:ea typeface="Nunito"/>
                <a:cs typeface="Nunito"/>
                <a:sym typeface="Nunito"/>
              </a:rPr>
              <a:t>Customers are preferring ‘Online’ mode of purchase than ‘In-Store’ mode, so business should improve infrastructure for online sales</a:t>
            </a:r>
            <a:endParaRPr>
              <a:latin typeface="Nunito"/>
              <a:ea typeface="Nunito"/>
              <a:cs typeface="Nunito"/>
              <a:sym typeface="Nunito"/>
            </a:endParaRPr>
          </a:p>
          <a:p>
            <a:pPr marL="457200" lvl="0" indent="-317500" algn="just" rtl="0">
              <a:lnSpc>
                <a:spcPct val="115000"/>
              </a:lnSpc>
              <a:spcBef>
                <a:spcPts val="0"/>
              </a:spcBef>
              <a:spcAft>
                <a:spcPts val="0"/>
              </a:spcAft>
              <a:buClr>
                <a:srgbClr val="000000"/>
              </a:buClr>
              <a:buSzPts val="1400"/>
              <a:buFont typeface="Nunito"/>
              <a:buChar char="●"/>
            </a:pPr>
            <a:r>
              <a:rPr lang="en-GB">
                <a:latin typeface="Nunito"/>
                <a:ea typeface="Nunito"/>
                <a:cs typeface="Nunito"/>
                <a:sym typeface="Nunito"/>
              </a:rPr>
              <a:t>‘Furniture’ item despite having less sales generate huge profits</a:t>
            </a:r>
            <a:endParaRPr>
              <a:latin typeface="Nunito"/>
              <a:ea typeface="Nunito"/>
              <a:cs typeface="Nunito"/>
              <a:sym typeface="Nunito"/>
            </a:endParaRPr>
          </a:p>
          <a:p>
            <a:pPr marL="457200" lvl="0" indent="-311150" algn="just" rtl="0">
              <a:lnSpc>
                <a:spcPct val="115000"/>
              </a:lnSpc>
              <a:spcBef>
                <a:spcPts val="0"/>
              </a:spcBef>
              <a:spcAft>
                <a:spcPts val="0"/>
              </a:spcAft>
              <a:buClr>
                <a:schemeClr val="dk2"/>
              </a:buClr>
              <a:buSzPts val="1300"/>
              <a:buFont typeface="Nunito"/>
              <a:buChar char="●"/>
            </a:pPr>
            <a:r>
              <a:rPr lang="en-GB">
                <a:latin typeface="Nunito"/>
                <a:ea typeface="Nunito"/>
                <a:cs typeface="Nunito"/>
                <a:sym typeface="Nunito"/>
              </a:rPr>
              <a:t>Customers prefer to buy costlier items in “EMI” or “Credit Card” mode of payment, and generate high revenue as well. So, Business should make these options available. And since losses are high for these modes of payment, business should take utmost care</a:t>
            </a:r>
            <a:endParaRPr>
              <a:latin typeface="Nunito"/>
              <a:ea typeface="Nunito"/>
              <a:cs typeface="Nunito"/>
              <a:sym typeface="Nunito"/>
            </a:endParaRPr>
          </a:p>
          <a:p>
            <a:pPr marL="457200" lvl="0" indent="-311150" algn="just" rtl="0">
              <a:lnSpc>
                <a:spcPct val="115000"/>
              </a:lnSpc>
              <a:spcBef>
                <a:spcPts val="0"/>
              </a:spcBef>
              <a:spcAft>
                <a:spcPts val="0"/>
              </a:spcAft>
              <a:buClr>
                <a:schemeClr val="dk2"/>
              </a:buClr>
              <a:buSzPts val="1300"/>
              <a:buFont typeface="Nunito"/>
              <a:buChar char="●"/>
            </a:pPr>
            <a:r>
              <a:rPr lang="en-GB">
                <a:latin typeface="Nunito"/>
                <a:ea typeface="Nunito"/>
                <a:cs typeface="Nunito"/>
                <a:sym typeface="Nunito"/>
              </a:rPr>
              <a:t>Business should focus on Maharashtra &amp; Madhya Pradesh, since these two states are generating highest revenues and profits</a:t>
            </a:r>
            <a:endParaRPr>
              <a:latin typeface="Nunito"/>
              <a:ea typeface="Nunito"/>
              <a:cs typeface="Nunito"/>
              <a:sym typeface="Nunito"/>
            </a:endParaRPr>
          </a:p>
          <a:p>
            <a:pPr marL="457200" lvl="0" indent="-311150" algn="just" rtl="0">
              <a:lnSpc>
                <a:spcPct val="115000"/>
              </a:lnSpc>
              <a:spcBef>
                <a:spcPts val="0"/>
              </a:spcBef>
              <a:spcAft>
                <a:spcPts val="0"/>
              </a:spcAft>
              <a:buClr>
                <a:schemeClr val="dk2"/>
              </a:buClr>
              <a:buSzPts val="1300"/>
              <a:buFont typeface="Nunito"/>
              <a:buChar char="●"/>
            </a:pPr>
            <a:r>
              <a:rPr lang="en-GB">
                <a:latin typeface="Nunito"/>
                <a:ea typeface="Nunito"/>
                <a:cs typeface="Nunito"/>
                <a:sym typeface="Nunito"/>
              </a:rPr>
              <a:t>Inventory team should make ‘Clothing’ items available for Quarter 1 as clothing items are sold most in Q1</a:t>
            </a:r>
            <a:endParaRPr>
              <a:latin typeface="Nunito"/>
              <a:ea typeface="Nunito"/>
              <a:cs typeface="Nunito"/>
              <a:sym typeface="Nunito"/>
            </a:endParaRPr>
          </a:p>
          <a:p>
            <a:pPr marL="457200" lvl="0" indent="-311150" algn="just" rtl="0">
              <a:lnSpc>
                <a:spcPct val="115000"/>
              </a:lnSpc>
              <a:spcBef>
                <a:spcPts val="0"/>
              </a:spcBef>
              <a:spcAft>
                <a:spcPts val="0"/>
              </a:spcAft>
              <a:buClr>
                <a:schemeClr val="dk2"/>
              </a:buClr>
              <a:buSzPts val="1300"/>
              <a:buFont typeface="Nunito"/>
              <a:buChar char="●"/>
            </a:pPr>
            <a:r>
              <a:rPr lang="en-GB">
                <a:latin typeface="Nunito"/>
                <a:ea typeface="Nunito"/>
                <a:cs typeface="Nunito"/>
                <a:sym typeface="Nunito"/>
              </a:rPr>
              <a:t>‘Electronic games’ are generating losses almost all of the quarters, so business should reduce the supply for this category</a:t>
            </a:r>
            <a:endParaRPr>
              <a:latin typeface="Nunito"/>
              <a:ea typeface="Nunito"/>
              <a:cs typeface="Nunito"/>
              <a:sym typeface="Nunito"/>
            </a:endParaRPr>
          </a:p>
          <a:p>
            <a:pPr marL="0" lvl="0" indent="0" algn="l" rtl="0">
              <a:spcBef>
                <a:spcPts val="1200"/>
              </a:spcBef>
              <a:spcAft>
                <a:spcPts val="0"/>
              </a:spcAft>
              <a:buNone/>
            </a:pPr>
            <a:endParaRPr sz="1300">
              <a:solidFill>
                <a:schemeClr val="dk2"/>
              </a:solidFill>
              <a:latin typeface="Nunito"/>
              <a:ea typeface="Nunito"/>
              <a:cs typeface="Nunito"/>
              <a:sym typeface="Nunito"/>
            </a:endParaRP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264"/>
        <p:cNvGrpSpPr/>
        <p:nvPr/>
      </p:nvGrpSpPr>
      <p:grpSpPr>
        <a:xfrm>
          <a:off x="0" y="0"/>
          <a:ext cx="0" cy="0"/>
          <a:chOff x="0" y="0"/>
          <a:chExt cx="0" cy="0"/>
        </a:xfrm>
      </p:grpSpPr>
      <p:sp>
        <p:nvSpPr>
          <p:cNvPr id="265" name="Google Shape;265;p31"/>
          <p:cNvSpPr txBox="1">
            <a:spLocks noGrp="1"/>
          </p:cNvSpPr>
          <p:nvPr>
            <p:ph type="title"/>
          </p:nvPr>
        </p:nvSpPr>
        <p:spPr>
          <a:xfrm>
            <a:off x="819150" y="580050"/>
            <a:ext cx="7505700" cy="661200"/>
          </a:xfrm>
          <a:prstGeom prst="rect">
            <a:avLst/>
          </a:prstGeom>
        </p:spPr>
        <p:txBody>
          <a:bodyPr spcFirstLastPara="1" wrap="square" lIns="91425" tIns="91425" rIns="91425" bIns="91425" anchor="t" anchorCtr="0">
            <a:normAutofit/>
          </a:bodyPr>
          <a:lstStyle/>
          <a:p>
            <a:pPr marL="0" lvl="0" indent="0" algn="l" rtl="0">
              <a:spcBef>
                <a:spcPts val="0"/>
              </a:spcBef>
              <a:spcAft>
                <a:spcPts val="0"/>
              </a:spcAft>
              <a:buNone/>
            </a:pPr>
            <a:r>
              <a:rPr lang="en-GB" sz="2500"/>
              <a:t>Key concepts &amp; techniques that we learnt:</a:t>
            </a:r>
            <a:endParaRPr sz="2500"/>
          </a:p>
        </p:txBody>
      </p:sp>
      <p:sp>
        <p:nvSpPr>
          <p:cNvPr id="266" name="Google Shape;266;p31"/>
          <p:cNvSpPr txBox="1">
            <a:spLocks noGrp="1"/>
          </p:cNvSpPr>
          <p:nvPr>
            <p:ph type="body" idx="1"/>
          </p:nvPr>
        </p:nvSpPr>
        <p:spPr>
          <a:xfrm>
            <a:off x="819150" y="1241250"/>
            <a:ext cx="7505700" cy="3197400"/>
          </a:xfrm>
          <a:prstGeom prst="rect">
            <a:avLst/>
          </a:prstGeom>
        </p:spPr>
        <p:txBody>
          <a:bodyPr spcFirstLastPara="1" wrap="square" lIns="91425" tIns="91425" rIns="91425" bIns="91425" anchor="t" anchorCtr="0">
            <a:normAutofit/>
          </a:bodyPr>
          <a:lstStyle/>
          <a:p>
            <a:pPr marL="457200" lvl="0" indent="-349250" algn="l" rtl="0">
              <a:spcBef>
                <a:spcPts val="0"/>
              </a:spcBef>
              <a:spcAft>
                <a:spcPts val="0"/>
              </a:spcAft>
              <a:buSzPts val="1900"/>
              <a:buAutoNum type="arabicPeriod"/>
            </a:pPr>
            <a:r>
              <a:rPr lang="en-GB" sz="1900" dirty="0"/>
              <a:t>Data preprocessing techniques</a:t>
            </a:r>
            <a:endParaRPr sz="1900" dirty="0"/>
          </a:p>
          <a:p>
            <a:pPr marL="457200" lvl="0" indent="-349250" algn="l" rtl="0">
              <a:spcBef>
                <a:spcPts val="0"/>
              </a:spcBef>
              <a:spcAft>
                <a:spcPts val="0"/>
              </a:spcAft>
              <a:buSzPts val="1900"/>
              <a:buAutoNum type="arabicPeriod"/>
            </a:pPr>
            <a:r>
              <a:rPr lang="en-GB" sz="1900" dirty="0"/>
              <a:t>Exploratory Data Analysis from the lens of technical domain (Sales here)</a:t>
            </a:r>
            <a:endParaRPr sz="1900" dirty="0"/>
          </a:p>
          <a:p>
            <a:pPr marL="457200" lvl="0" indent="-349250" algn="l" rtl="0">
              <a:spcBef>
                <a:spcPts val="0"/>
              </a:spcBef>
              <a:spcAft>
                <a:spcPts val="0"/>
              </a:spcAft>
              <a:buSzPts val="1900"/>
              <a:buAutoNum type="arabicPeriod"/>
            </a:pPr>
            <a:r>
              <a:rPr lang="en-GB" sz="1900" dirty="0"/>
              <a:t>Importance of understanding the data</a:t>
            </a:r>
            <a:endParaRPr sz="1900" dirty="0"/>
          </a:p>
          <a:p>
            <a:pPr marL="457200" lvl="0" indent="-349250" algn="l" rtl="0">
              <a:spcBef>
                <a:spcPts val="0"/>
              </a:spcBef>
              <a:spcAft>
                <a:spcPts val="0"/>
              </a:spcAft>
              <a:buSzPts val="1900"/>
              <a:buAutoNum type="arabicPeriod"/>
            </a:pPr>
            <a:r>
              <a:rPr lang="en-GB" sz="1900" dirty="0"/>
              <a:t>Tableau tool &amp; dashboard</a:t>
            </a:r>
            <a:endParaRPr sz="19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Shape 276"/>
        <p:cNvGrpSpPr/>
        <p:nvPr/>
      </p:nvGrpSpPr>
      <p:grpSpPr>
        <a:xfrm>
          <a:off x="0" y="0"/>
          <a:ext cx="0" cy="0"/>
          <a:chOff x="0" y="0"/>
          <a:chExt cx="0" cy="0"/>
        </a:xfrm>
      </p:grpSpPr>
      <p:sp>
        <p:nvSpPr>
          <p:cNvPr id="277" name="Google Shape;277;p33"/>
          <p:cNvSpPr txBox="1">
            <a:spLocks noGrp="1"/>
          </p:cNvSpPr>
          <p:nvPr>
            <p:ph type="title"/>
          </p:nvPr>
        </p:nvSpPr>
        <p:spPr>
          <a:xfrm>
            <a:off x="3429075" y="1933175"/>
            <a:ext cx="2984100" cy="707400"/>
          </a:xfrm>
          <a:prstGeom prst="rect">
            <a:avLst/>
          </a:prstGeom>
        </p:spPr>
        <p:txBody>
          <a:bodyPr spcFirstLastPara="1" wrap="square" lIns="91425" tIns="91425" rIns="91425" bIns="91425" anchor="t" anchorCtr="0">
            <a:normAutofit/>
          </a:bodyPr>
          <a:lstStyle/>
          <a:p>
            <a:pPr marL="0" lvl="0" indent="0" algn="l" rtl="0">
              <a:spcBef>
                <a:spcPts val="0"/>
              </a:spcBef>
              <a:spcAft>
                <a:spcPts val="0"/>
              </a:spcAft>
              <a:buNone/>
            </a:pPr>
            <a:r>
              <a:rPr lang="en-GB"/>
              <a:t>THANK YOU</a:t>
            </a:r>
            <a:endParaRPr/>
          </a:p>
        </p:txBody>
      </p:sp>
    </p:spTree>
  </p:cSld>
  <p:clrMapOvr>
    <a:masterClrMapping/>
  </p:clrMapOvr>
</p:sld>
</file>

<file path=ppt/theme/theme1.xml><?xml version="1.0" encoding="utf-8"?>
<a:theme xmlns:a="http://schemas.openxmlformats.org/drawingml/2006/main" name="Shift">
  <a:themeElements>
    <a:clrScheme name="Shift">
      <a:dk1>
        <a:srgbClr val="FFFFFF"/>
      </a:dk1>
      <a:lt1>
        <a:srgbClr val="AF7B51"/>
      </a:lt1>
      <a:dk2>
        <a:srgbClr val="233A44"/>
      </a:dk2>
      <a:lt2>
        <a:srgbClr val="D9D9D9"/>
      </a:lt2>
      <a:accent1>
        <a:srgbClr val="00796B"/>
      </a:accent1>
      <a:accent2>
        <a:srgbClr val="D9563F"/>
      </a:accent2>
      <a:accent3>
        <a:srgbClr val="C4A15A"/>
      </a:accent3>
      <a:accent4>
        <a:srgbClr val="14F597"/>
      </a:accent4>
      <a:accent5>
        <a:srgbClr val="3D4594"/>
      </a:accent5>
      <a:accent6>
        <a:srgbClr val="163EF5"/>
      </a:accent6>
      <a:hlink>
        <a:srgbClr val="3D4594"/>
      </a:hlink>
      <a:folHlink>
        <a:srgbClr val="3D4594"/>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4</TotalTime>
  <Words>1518</Words>
  <Application>Microsoft Office PowerPoint</Application>
  <PresentationFormat>On-screen Show (16:9)</PresentationFormat>
  <Paragraphs>103</Paragraphs>
  <Slides>20</Slides>
  <Notes>20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20</vt:i4>
      </vt:variant>
    </vt:vector>
  </HeadingPairs>
  <TitlesOfParts>
    <vt:vector size="25" baseType="lpstr">
      <vt:lpstr>Calibri</vt:lpstr>
      <vt:lpstr>Arial</vt:lpstr>
      <vt:lpstr>Roboto</vt:lpstr>
      <vt:lpstr>Nunito</vt:lpstr>
      <vt:lpstr>Shift</vt:lpstr>
      <vt:lpstr>Multi-Branch Business Performance Analysis</vt:lpstr>
      <vt:lpstr>Problem we are trying to solve</vt:lpstr>
      <vt:lpstr>PowerPoint Presentation</vt:lpstr>
      <vt:lpstr>Data Analytics &amp; Dashboard Process:</vt:lpstr>
      <vt:lpstr>Dataset description</vt:lpstr>
      <vt:lpstr>PowerPoint Presentation</vt:lpstr>
      <vt:lpstr>PowerPoint Presentation</vt:lpstr>
      <vt:lpstr>Data Preprocessing</vt:lpstr>
      <vt:lpstr>EDA &amp; Descriptive Statistics:</vt:lpstr>
      <vt:lpstr>EDA &amp; Descriptive Statistics:</vt:lpstr>
      <vt:lpstr>EDA &amp; Descriptive Statistics:</vt:lpstr>
      <vt:lpstr>Tableau Dashboard</vt:lpstr>
      <vt:lpstr>How this dashboard solves the problem ?</vt:lpstr>
      <vt:lpstr>How this dashboard solves the problem ?</vt:lpstr>
      <vt:lpstr>Benefits for business</vt:lpstr>
      <vt:lpstr>Findings:</vt:lpstr>
      <vt:lpstr>Findings &amp; recommendations:</vt:lpstr>
      <vt:lpstr>PowerPoint Presentation</vt:lpstr>
      <vt:lpstr>Key concepts &amp; techniques that we learnt:</vt:lpstr>
      <vt:lpstr>THANK YOU</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cp:lastModifiedBy>meelalokesh@gmail.com</cp:lastModifiedBy>
  <cp:revision>2</cp:revision>
  <dcterms:modified xsi:type="dcterms:W3CDTF">2025-11-14T19:46:12Z</dcterms:modified>
</cp:coreProperties>
</file>